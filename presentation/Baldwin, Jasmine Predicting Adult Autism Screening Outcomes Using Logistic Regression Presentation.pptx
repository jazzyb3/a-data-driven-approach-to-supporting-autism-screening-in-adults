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4"/>
  </p:notesMasterIdLst>
  <p:sldIdLst>
    <p:sldId id="256" r:id="rId2"/>
    <p:sldId id="261" r:id="rId3"/>
    <p:sldId id="262" r:id="rId4"/>
    <p:sldId id="311" r:id="rId5"/>
    <p:sldId id="265" r:id="rId6"/>
    <p:sldId id="310" r:id="rId7"/>
    <p:sldId id="312" r:id="rId8"/>
    <p:sldId id="269" r:id="rId9"/>
    <p:sldId id="273" r:id="rId10"/>
    <p:sldId id="278" r:id="rId11"/>
    <p:sldId id="308" r:id="rId12"/>
    <p:sldId id="286" r:id="rId13"/>
  </p:sldIdLst>
  <p:sldSz cx="9144000" cy="5143500" type="screen16x9"/>
  <p:notesSz cx="6858000" cy="9144000"/>
  <p:embeddedFontLst>
    <p:embeddedFont>
      <p:font typeface="Bebas Neue" panose="020B0606020202050201" pitchFamily="34" charset="0"/>
      <p:regular r:id="rId15"/>
    </p:embeddedFont>
    <p:embeddedFont>
      <p:font typeface="Raleway" pitchFamily="2" charset="0"/>
      <p:regular r:id="rId16"/>
      <p:bold r:id="rId17"/>
      <p:italic r:id="rId18"/>
      <p:boldItalic r:id="rId19"/>
    </p:embeddedFont>
    <p:embeddedFont>
      <p:font typeface="Raleway Black" pitchFamily="2" charset="0"/>
      <p:bold r:id="rId20"/>
      <p:boldItalic r:id="rId21"/>
    </p:embeddedFont>
    <p:embeddedFont>
      <p:font typeface="Raleway ExtraBold" pitchFamily="2" charset="0"/>
      <p:bold r:id="rId22"/>
      <p:boldItalic r:id="rId23"/>
    </p:embeddedFont>
    <p:embeddedFont>
      <p:font typeface="Tajawal" panose="020B0604020202020204" charset="-78"/>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A66AFC-D892-4FC4-853E-0D0F3D4FC8ED}" v="62" dt="2025-05-11T21:31:21.994"/>
  </p1510:revLst>
</p1510:revInfo>
</file>

<file path=ppt/tableStyles.xml><?xml version="1.0" encoding="utf-8"?>
<a:tblStyleLst xmlns:a="http://schemas.openxmlformats.org/drawingml/2006/main" def="{D76B9A61-411B-4502-9C3F-2E5BD0C80628}">
  <a:tblStyle styleId="{D76B9A61-411B-4502-9C3F-2E5BD0C8062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240" autoAdjust="0"/>
  </p:normalViewPr>
  <p:slideViewPr>
    <p:cSldViewPr snapToGrid="0">
      <p:cViewPr varScale="1">
        <p:scale>
          <a:sx n="113" d="100"/>
          <a:sy n="113" d="100"/>
        </p:scale>
        <p:origin x="1554" y="90"/>
      </p:cViewPr>
      <p:guideLst/>
    </p:cSldViewPr>
  </p:slideViewPr>
  <p:notesTextViewPr>
    <p:cViewPr>
      <p:scale>
        <a:sx n="3" d="2"/>
        <a:sy n="3" d="2"/>
      </p:scale>
      <p:origin x="0" y="-173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dwin, Jamie" userId="70272f86-5d87-4a57-8179-379ea57aa664" providerId="ADAL" clId="{7EA66AFC-D892-4FC4-853E-0D0F3D4FC8ED}"/>
    <pc:docChg chg="undo custSel addSld delSld modSld sldOrd delMainMaster">
      <pc:chgData name="Baldwin, Jamie" userId="70272f86-5d87-4a57-8179-379ea57aa664" providerId="ADAL" clId="{7EA66AFC-D892-4FC4-853E-0D0F3D4FC8ED}" dt="2025-05-13T20:36:53.285" v="12148"/>
      <pc:docMkLst>
        <pc:docMk/>
      </pc:docMkLst>
      <pc:sldChg chg="addSp modSp mod modNotesTx">
        <pc:chgData name="Baldwin, Jamie" userId="70272f86-5d87-4a57-8179-379ea57aa664" providerId="ADAL" clId="{7EA66AFC-D892-4FC4-853E-0D0F3D4FC8ED}" dt="2025-05-11T21:29:23.953" v="12104"/>
        <pc:sldMkLst>
          <pc:docMk/>
          <pc:sldMk cId="0" sldId="256"/>
        </pc:sldMkLst>
        <pc:spChg chg="add mod">
          <ac:chgData name="Baldwin, Jamie" userId="70272f86-5d87-4a57-8179-379ea57aa664" providerId="ADAL" clId="{7EA66AFC-D892-4FC4-853E-0D0F3D4FC8ED}" dt="2025-05-11T21:29:23.953" v="12104"/>
          <ac:spMkLst>
            <pc:docMk/>
            <pc:sldMk cId="0" sldId="256"/>
            <ac:spMk id="2" creationId="{AFACF67A-43C1-DDE9-80B3-8F502947FC84}"/>
          </ac:spMkLst>
        </pc:spChg>
        <pc:spChg chg="add mod">
          <ac:chgData name="Baldwin, Jamie" userId="70272f86-5d87-4a57-8179-379ea57aa664" providerId="ADAL" clId="{7EA66AFC-D892-4FC4-853E-0D0F3D4FC8ED}" dt="2025-05-09T03:09:41.085" v="10983" actId="207"/>
          <ac:spMkLst>
            <pc:docMk/>
            <pc:sldMk cId="0" sldId="256"/>
            <ac:spMk id="3" creationId="{951D9423-BEA7-07B5-A299-FB249EDC0152}"/>
          </ac:spMkLst>
        </pc:spChg>
        <pc:spChg chg="mod">
          <ac:chgData name="Baldwin, Jamie" userId="70272f86-5d87-4a57-8179-379ea57aa664" providerId="ADAL" clId="{7EA66AFC-D892-4FC4-853E-0D0F3D4FC8ED}" dt="2025-05-08T18:32:12.256" v="52" actId="1076"/>
          <ac:spMkLst>
            <pc:docMk/>
            <pc:sldMk cId="0" sldId="256"/>
            <ac:spMk id="348" creationId="{00000000-0000-0000-0000-000000000000}"/>
          </ac:spMkLst>
        </pc:spChg>
        <pc:spChg chg="mod">
          <ac:chgData name="Baldwin, Jamie" userId="70272f86-5d87-4a57-8179-379ea57aa664" providerId="ADAL" clId="{7EA66AFC-D892-4FC4-853E-0D0F3D4FC8ED}" dt="2025-05-09T03:09:41.427" v="10984" actId="207"/>
          <ac:spMkLst>
            <pc:docMk/>
            <pc:sldMk cId="0" sldId="256"/>
            <ac:spMk id="349" creationId="{00000000-0000-0000-0000-000000000000}"/>
          </ac:spMkLst>
        </pc:spChg>
      </pc:sldChg>
      <pc:sldChg chg="del">
        <pc:chgData name="Baldwin, Jamie" userId="70272f86-5d87-4a57-8179-379ea57aa664" providerId="ADAL" clId="{7EA66AFC-D892-4FC4-853E-0D0F3D4FC8ED}" dt="2025-05-09T03:04:39.936" v="10882" actId="47"/>
        <pc:sldMkLst>
          <pc:docMk/>
          <pc:sldMk cId="0" sldId="257"/>
        </pc:sldMkLst>
      </pc:sldChg>
      <pc:sldChg chg="del">
        <pc:chgData name="Baldwin, Jamie" userId="70272f86-5d87-4a57-8179-379ea57aa664" providerId="ADAL" clId="{7EA66AFC-D892-4FC4-853E-0D0F3D4FC8ED}" dt="2025-05-09T03:04:41.373" v="10883" actId="47"/>
        <pc:sldMkLst>
          <pc:docMk/>
          <pc:sldMk cId="0" sldId="258"/>
        </pc:sldMkLst>
      </pc:sldChg>
      <pc:sldChg chg="del">
        <pc:chgData name="Baldwin, Jamie" userId="70272f86-5d87-4a57-8179-379ea57aa664" providerId="ADAL" clId="{7EA66AFC-D892-4FC4-853E-0D0F3D4FC8ED}" dt="2025-05-09T03:04:42.160" v="10884" actId="47"/>
        <pc:sldMkLst>
          <pc:docMk/>
          <pc:sldMk cId="0" sldId="259"/>
        </pc:sldMkLst>
      </pc:sldChg>
      <pc:sldChg chg="del ord modNotes">
        <pc:chgData name="Baldwin, Jamie" userId="70272f86-5d87-4a57-8179-379ea57aa664" providerId="ADAL" clId="{7EA66AFC-D892-4FC4-853E-0D0F3D4FC8ED}" dt="2025-05-08T19:33:21.669" v="830" actId="47"/>
        <pc:sldMkLst>
          <pc:docMk/>
          <pc:sldMk cId="0" sldId="260"/>
        </pc:sldMkLst>
      </pc:sldChg>
      <pc:sldChg chg="addSp modSp mod ord modNotesTx">
        <pc:chgData name="Baldwin, Jamie" userId="70272f86-5d87-4a57-8179-379ea57aa664" providerId="ADAL" clId="{7EA66AFC-D892-4FC4-853E-0D0F3D4FC8ED}" dt="2025-05-11T21:30:10.782" v="12106" actId="20577"/>
        <pc:sldMkLst>
          <pc:docMk/>
          <pc:sldMk cId="0" sldId="261"/>
        </pc:sldMkLst>
        <pc:spChg chg="add mod">
          <ac:chgData name="Baldwin, Jamie" userId="70272f86-5d87-4a57-8179-379ea57aa664" providerId="ADAL" clId="{7EA66AFC-D892-4FC4-853E-0D0F3D4FC8ED}" dt="2025-05-11T21:30:10.782" v="12106" actId="20577"/>
          <ac:spMkLst>
            <pc:docMk/>
            <pc:sldMk cId="0" sldId="261"/>
            <ac:spMk id="2" creationId="{5716C7EF-D7FC-6F64-01C4-320B1CDD57E1}"/>
          </ac:spMkLst>
        </pc:spChg>
        <pc:spChg chg="mod">
          <ac:chgData name="Baldwin, Jamie" userId="70272f86-5d87-4a57-8179-379ea57aa664" providerId="ADAL" clId="{7EA66AFC-D892-4FC4-853E-0D0F3D4FC8ED}" dt="2025-05-08T18:34:40.229" v="88" actId="20577"/>
          <ac:spMkLst>
            <pc:docMk/>
            <pc:sldMk cId="0" sldId="261"/>
            <ac:spMk id="478" creationId="{00000000-0000-0000-0000-000000000000}"/>
          </ac:spMkLst>
        </pc:spChg>
      </pc:sldChg>
      <pc:sldChg chg="addSp modSp mod ord modNotesTx">
        <pc:chgData name="Baldwin, Jamie" userId="70272f86-5d87-4a57-8179-379ea57aa664" providerId="ADAL" clId="{7EA66AFC-D892-4FC4-853E-0D0F3D4FC8ED}" dt="2025-05-11T21:57:45.491" v="12145" actId="33524"/>
        <pc:sldMkLst>
          <pc:docMk/>
          <pc:sldMk cId="0" sldId="262"/>
        </pc:sldMkLst>
        <pc:spChg chg="add mod">
          <ac:chgData name="Baldwin, Jamie" userId="70272f86-5d87-4a57-8179-379ea57aa664" providerId="ADAL" clId="{7EA66AFC-D892-4FC4-853E-0D0F3D4FC8ED}" dt="2025-05-11T21:30:16.096" v="12108" actId="20577"/>
          <ac:spMkLst>
            <pc:docMk/>
            <pc:sldMk cId="0" sldId="262"/>
            <ac:spMk id="2" creationId="{ABCA9C86-9890-5E48-96E6-9095A9B74771}"/>
          </ac:spMkLst>
        </pc:spChg>
        <pc:spChg chg="add mod">
          <ac:chgData name="Baldwin, Jamie" userId="70272f86-5d87-4a57-8179-379ea57aa664" providerId="ADAL" clId="{7EA66AFC-D892-4FC4-853E-0D0F3D4FC8ED}" dt="2025-05-09T03:08:57.072" v="10978" actId="1076"/>
          <ac:spMkLst>
            <pc:docMk/>
            <pc:sldMk cId="0" sldId="262"/>
            <ac:spMk id="6" creationId="{7621BC54-AC3A-A59A-06B3-CC070F0FA5EC}"/>
          </ac:spMkLst>
        </pc:spChg>
        <pc:spChg chg="add mod">
          <ac:chgData name="Baldwin, Jamie" userId="70272f86-5d87-4a57-8179-379ea57aa664" providerId="ADAL" clId="{7EA66AFC-D892-4FC4-853E-0D0F3D4FC8ED}" dt="2025-05-09T03:08:07.901" v="10970" actId="1076"/>
          <ac:spMkLst>
            <pc:docMk/>
            <pc:sldMk cId="0" sldId="262"/>
            <ac:spMk id="7" creationId="{8E8A15AE-90B7-1516-F7BA-2E86BEF7F747}"/>
          </ac:spMkLst>
        </pc:spChg>
        <pc:spChg chg="add mod">
          <ac:chgData name="Baldwin, Jamie" userId="70272f86-5d87-4a57-8179-379ea57aa664" providerId="ADAL" clId="{7EA66AFC-D892-4FC4-853E-0D0F3D4FC8ED}" dt="2025-05-09T03:09:02.051" v="10979" actId="1076"/>
          <ac:spMkLst>
            <pc:docMk/>
            <pc:sldMk cId="0" sldId="262"/>
            <ac:spMk id="8" creationId="{0E013BF0-10D4-4B0F-B2FD-E1A54D90CD92}"/>
          </ac:spMkLst>
        </pc:spChg>
        <pc:spChg chg="add mod">
          <ac:chgData name="Baldwin, Jamie" userId="70272f86-5d87-4a57-8179-379ea57aa664" providerId="ADAL" clId="{7EA66AFC-D892-4FC4-853E-0D0F3D4FC8ED}" dt="2025-05-09T03:08:50.266" v="10977" actId="1076"/>
          <ac:spMkLst>
            <pc:docMk/>
            <pc:sldMk cId="0" sldId="262"/>
            <ac:spMk id="9" creationId="{8BD25EC8-1A83-3D6C-D965-57982874EEFC}"/>
          </ac:spMkLst>
        </pc:spChg>
        <pc:spChg chg="add mod">
          <ac:chgData name="Baldwin, Jamie" userId="70272f86-5d87-4a57-8179-379ea57aa664" providerId="ADAL" clId="{7EA66AFC-D892-4FC4-853E-0D0F3D4FC8ED}" dt="2025-05-09T03:08:46.485" v="10976" actId="1076"/>
          <ac:spMkLst>
            <pc:docMk/>
            <pc:sldMk cId="0" sldId="262"/>
            <ac:spMk id="10" creationId="{58F94897-3CB1-D558-D713-FE197071B207}"/>
          </ac:spMkLst>
        </pc:spChg>
        <pc:spChg chg="mod">
          <ac:chgData name="Baldwin, Jamie" userId="70272f86-5d87-4a57-8179-379ea57aa664" providerId="ADAL" clId="{7EA66AFC-D892-4FC4-853E-0D0F3D4FC8ED}" dt="2025-05-08T19:14:30.380" v="154" actId="14100"/>
          <ac:spMkLst>
            <pc:docMk/>
            <pc:sldMk cId="0" sldId="262"/>
            <ac:spMk id="493" creationId="{00000000-0000-0000-0000-000000000000}"/>
          </ac:spMkLst>
        </pc:spChg>
        <pc:spChg chg="mod">
          <ac:chgData name="Baldwin, Jamie" userId="70272f86-5d87-4a57-8179-379ea57aa664" providerId="ADAL" clId="{7EA66AFC-D892-4FC4-853E-0D0F3D4FC8ED}" dt="2025-05-09T03:09:14.978" v="10980" actId="113"/>
          <ac:spMkLst>
            <pc:docMk/>
            <pc:sldMk cId="0" sldId="262"/>
            <ac:spMk id="494" creationId="{00000000-0000-0000-0000-000000000000}"/>
          </ac:spMkLst>
        </pc:spChg>
      </pc:sldChg>
      <pc:sldChg chg="del">
        <pc:chgData name="Baldwin, Jamie" userId="70272f86-5d87-4a57-8179-379ea57aa664" providerId="ADAL" clId="{7EA66AFC-D892-4FC4-853E-0D0F3D4FC8ED}" dt="2025-05-09T03:04:42.842" v="10885" actId="47"/>
        <pc:sldMkLst>
          <pc:docMk/>
          <pc:sldMk cId="0" sldId="263"/>
        </pc:sldMkLst>
      </pc:sldChg>
      <pc:sldChg chg="del">
        <pc:chgData name="Baldwin, Jamie" userId="70272f86-5d87-4a57-8179-379ea57aa664" providerId="ADAL" clId="{7EA66AFC-D892-4FC4-853E-0D0F3D4FC8ED}" dt="2025-05-09T03:04:43.408" v="10886" actId="47"/>
        <pc:sldMkLst>
          <pc:docMk/>
          <pc:sldMk cId="0" sldId="264"/>
        </pc:sldMkLst>
      </pc:sldChg>
      <pc:sldChg chg="addSp modSp mod ord modNotes">
        <pc:chgData name="Baldwin, Jamie" userId="70272f86-5d87-4a57-8179-379ea57aa664" providerId="ADAL" clId="{7EA66AFC-D892-4FC4-853E-0D0F3D4FC8ED}" dt="2025-05-11T21:30:34.357" v="12114" actId="20577"/>
        <pc:sldMkLst>
          <pc:docMk/>
          <pc:sldMk cId="0" sldId="265"/>
        </pc:sldMkLst>
        <pc:spChg chg="add mod">
          <ac:chgData name="Baldwin, Jamie" userId="70272f86-5d87-4a57-8179-379ea57aa664" providerId="ADAL" clId="{7EA66AFC-D892-4FC4-853E-0D0F3D4FC8ED}" dt="2025-05-11T21:30:34.357" v="12114" actId="20577"/>
          <ac:spMkLst>
            <pc:docMk/>
            <pc:sldMk cId="0" sldId="265"/>
            <ac:spMk id="2" creationId="{6C275F12-F00B-63B1-FB87-FDCA86F2AE04}"/>
          </ac:spMkLst>
        </pc:spChg>
        <pc:spChg chg="mod">
          <ac:chgData name="Baldwin, Jamie" userId="70272f86-5d87-4a57-8179-379ea57aa664" providerId="ADAL" clId="{7EA66AFC-D892-4FC4-853E-0D0F3D4FC8ED}" dt="2025-05-08T22:35:50.547" v="5156" actId="1076"/>
          <ac:spMkLst>
            <pc:docMk/>
            <pc:sldMk cId="0" sldId="265"/>
            <ac:spMk id="611" creationId="{00000000-0000-0000-0000-000000000000}"/>
          </ac:spMkLst>
        </pc:spChg>
        <pc:spChg chg="mod">
          <ac:chgData name="Baldwin, Jamie" userId="70272f86-5d87-4a57-8179-379ea57aa664" providerId="ADAL" clId="{7EA66AFC-D892-4FC4-853E-0D0F3D4FC8ED}" dt="2025-05-08T22:36:33.325" v="5191" actId="20577"/>
          <ac:spMkLst>
            <pc:docMk/>
            <pc:sldMk cId="0" sldId="265"/>
            <ac:spMk id="616" creationId="{00000000-0000-0000-0000-000000000000}"/>
          </ac:spMkLst>
        </pc:spChg>
      </pc:sldChg>
      <pc:sldChg chg="del">
        <pc:chgData name="Baldwin, Jamie" userId="70272f86-5d87-4a57-8179-379ea57aa664" providerId="ADAL" clId="{7EA66AFC-D892-4FC4-853E-0D0F3D4FC8ED}" dt="2025-05-09T03:04:43.978" v="10887" actId="47"/>
        <pc:sldMkLst>
          <pc:docMk/>
          <pc:sldMk cId="0" sldId="266"/>
        </pc:sldMkLst>
      </pc:sldChg>
      <pc:sldChg chg="del">
        <pc:chgData name="Baldwin, Jamie" userId="70272f86-5d87-4a57-8179-379ea57aa664" providerId="ADAL" clId="{7EA66AFC-D892-4FC4-853E-0D0F3D4FC8ED}" dt="2025-05-09T03:04:44.571" v="10888" actId="47"/>
        <pc:sldMkLst>
          <pc:docMk/>
          <pc:sldMk cId="0" sldId="267"/>
        </pc:sldMkLst>
      </pc:sldChg>
      <pc:sldChg chg="del">
        <pc:chgData name="Baldwin, Jamie" userId="70272f86-5d87-4a57-8179-379ea57aa664" providerId="ADAL" clId="{7EA66AFC-D892-4FC4-853E-0D0F3D4FC8ED}" dt="2025-05-09T03:04:45.273" v="10889" actId="47"/>
        <pc:sldMkLst>
          <pc:docMk/>
          <pc:sldMk cId="0" sldId="268"/>
        </pc:sldMkLst>
      </pc:sldChg>
      <pc:sldChg chg="addSp modSp mod ord modNotes">
        <pc:chgData name="Baldwin, Jamie" userId="70272f86-5d87-4a57-8179-379ea57aa664" providerId="ADAL" clId="{7EA66AFC-D892-4FC4-853E-0D0F3D4FC8ED}" dt="2025-05-11T21:30:54.506" v="12120" actId="20577"/>
        <pc:sldMkLst>
          <pc:docMk/>
          <pc:sldMk cId="0" sldId="269"/>
        </pc:sldMkLst>
        <pc:spChg chg="add mod">
          <ac:chgData name="Baldwin, Jamie" userId="70272f86-5d87-4a57-8179-379ea57aa664" providerId="ADAL" clId="{7EA66AFC-D892-4FC4-853E-0D0F3D4FC8ED}" dt="2025-05-11T21:30:54.506" v="12120" actId="20577"/>
          <ac:spMkLst>
            <pc:docMk/>
            <pc:sldMk cId="0" sldId="269"/>
            <ac:spMk id="2" creationId="{22253B8D-4DC6-C463-22F4-2E3823552167}"/>
          </ac:spMkLst>
        </pc:spChg>
        <pc:spChg chg="mod">
          <ac:chgData name="Baldwin, Jamie" userId="70272f86-5d87-4a57-8179-379ea57aa664" providerId="ADAL" clId="{7EA66AFC-D892-4FC4-853E-0D0F3D4FC8ED}" dt="2025-05-09T00:17:37.258" v="6596" actId="1076"/>
          <ac:spMkLst>
            <pc:docMk/>
            <pc:sldMk cId="0" sldId="269"/>
            <ac:spMk id="688" creationId="{00000000-0000-0000-0000-000000000000}"/>
          </ac:spMkLst>
        </pc:spChg>
        <pc:spChg chg="mod">
          <ac:chgData name="Baldwin, Jamie" userId="70272f86-5d87-4a57-8179-379ea57aa664" providerId="ADAL" clId="{7EA66AFC-D892-4FC4-853E-0D0F3D4FC8ED}" dt="2025-05-09T00:19:24.790" v="6635" actId="20577"/>
          <ac:spMkLst>
            <pc:docMk/>
            <pc:sldMk cId="0" sldId="269"/>
            <ac:spMk id="693" creationId="{00000000-0000-0000-0000-000000000000}"/>
          </ac:spMkLst>
        </pc:spChg>
      </pc:sldChg>
      <pc:sldChg chg="del">
        <pc:chgData name="Baldwin, Jamie" userId="70272f86-5d87-4a57-8179-379ea57aa664" providerId="ADAL" clId="{7EA66AFC-D892-4FC4-853E-0D0F3D4FC8ED}" dt="2025-05-09T03:04:45.860" v="10890" actId="47"/>
        <pc:sldMkLst>
          <pc:docMk/>
          <pc:sldMk cId="0" sldId="270"/>
        </pc:sldMkLst>
      </pc:sldChg>
      <pc:sldChg chg="del">
        <pc:chgData name="Baldwin, Jamie" userId="70272f86-5d87-4a57-8179-379ea57aa664" providerId="ADAL" clId="{7EA66AFC-D892-4FC4-853E-0D0F3D4FC8ED}" dt="2025-05-09T03:04:46.351" v="10891" actId="47"/>
        <pc:sldMkLst>
          <pc:docMk/>
          <pc:sldMk cId="0" sldId="271"/>
        </pc:sldMkLst>
      </pc:sldChg>
      <pc:sldChg chg="del">
        <pc:chgData name="Baldwin, Jamie" userId="70272f86-5d87-4a57-8179-379ea57aa664" providerId="ADAL" clId="{7EA66AFC-D892-4FC4-853E-0D0F3D4FC8ED}" dt="2025-05-09T03:04:46.955" v="10892" actId="47"/>
        <pc:sldMkLst>
          <pc:docMk/>
          <pc:sldMk cId="0" sldId="272"/>
        </pc:sldMkLst>
      </pc:sldChg>
      <pc:sldChg chg="addSp modSp mod ord modNotesTx">
        <pc:chgData name="Baldwin, Jamie" userId="70272f86-5d87-4a57-8179-379ea57aa664" providerId="ADAL" clId="{7EA66AFC-D892-4FC4-853E-0D0F3D4FC8ED}" dt="2025-05-11T21:31:02.509" v="12122" actId="20577"/>
        <pc:sldMkLst>
          <pc:docMk/>
          <pc:sldMk cId="0" sldId="273"/>
        </pc:sldMkLst>
        <pc:spChg chg="add mod">
          <ac:chgData name="Baldwin, Jamie" userId="70272f86-5d87-4a57-8179-379ea57aa664" providerId="ADAL" clId="{7EA66AFC-D892-4FC4-853E-0D0F3D4FC8ED}" dt="2025-05-11T21:31:02.509" v="12122" actId="20577"/>
          <ac:spMkLst>
            <pc:docMk/>
            <pc:sldMk cId="0" sldId="273"/>
            <ac:spMk id="2" creationId="{41D8800C-EDFC-D7A7-D899-6E15DC652C03}"/>
          </ac:spMkLst>
        </pc:spChg>
        <pc:spChg chg="mod">
          <ac:chgData name="Baldwin, Jamie" userId="70272f86-5d87-4a57-8179-379ea57aa664" providerId="ADAL" clId="{7EA66AFC-D892-4FC4-853E-0D0F3D4FC8ED}" dt="2025-05-09T00:28:26.210" v="6830" actId="20577"/>
          <ac:spMkLst>
            <pc:docMk/>
            <pc:sldMk cId="0" sldId="273"/>
            <ac:spMk id="819" creationId="{00000000-0000-0000-0000-000000000000}"/>
          </ac:spMkLst>
        </pc:spChg>
        <pc:grpChg chg="mod">
          <ac:chgData name="Baldwin, Jamie" userId="70272f86-5d87-4a57-8179-379ea57aa664" providerId="ADAL" clId="{7EA66AFC-D892-4FC4-853E-0D0F3D4FC8ED}" dt="2025-05-09T00:22:25.209" v="6673" actId="14100"/>
          <ac:grpSpMkLst>
            <pc:docMk/>
            <pc:sldMk cId="0" sldId="273"/>
            <ac:grpSpMk id="815" creationId="{00000000-0000-0000-0000-000000000000}"/>
          </ac:grpSpMkLst>
        </pc:grpChg>
        <pc:graphicFrameChg chg="mod modGraphic">
          <ac:chgData name="Baldwin, Jamie" userId="70272f86-5d87-4a57-8179-379ea57aa664" providerId="ADAL" clId="{7EA66AFC-D892-4FC4-853E-0D0F3D4FC8ED}" dt="2025-05-11T21:13:53.116" v="11727" actId="20577"/>
          <ac:graphicFrameMkLst>
            <pc:docMk/>
            <pc:sldMk cId="0" sldId="273"/>
            <ac:graphicFrameMk id="820" creationId="{00000000-0000-0000-0000-000000000000}"/>
          </ac:graphicFrameMkLst>
        </pc:graphicFrameChg>
        <pc:picChg chg="mod">
          <ac:chgData name="Baldwin, Jamie" userId="70272f86-5d87-4a57-8179-379ea57aa664" providerId="ADAL" clId="{7EA66AFC-D892-4FC4-853E-0D0F3D4FC8ED}" dt="2025-05-09T00:24:00.516" v="6693" actId="1076"/>
          <ac:picMkLst>
            <pc:docMk/>
            <pc:sldMk cId="0" sldId="273"/>
            <ac:picMk id="826" creationId="{00000000-0000-0000-0000-000000000000}"/>
          </ac:picMkLst>
        </pc:picChg>
      </pc:sldChg>
      <pc:sldChg chg="del">
        <pc:chgData name="Baldwin, Jamie" userId="70272f86-5d87-4a57-8179-379ea57aa664" providerId="ADAL" clId="{7EA66AFC-D892-4FC4-853E-0D0F3D4FC8ED}" dt="2025-05-09T03:04:47.759" v="10893" actId="47"/>
        <pc:sldMkLst>
          <pc:docMk/>
          <pc:sldMk cId="0" sldId="274"/>
        </pc:sldMkLst>
      </pc:sldChg>
      <pc:sldChg chg="del">
        <pc:chgData name="Baldwin, Jamie" userId="70272f86-5d87-4a57-8179-379ea57aa664" providerId="ADAL" clId="{7EA66AFC-D892-4FC4-853E-0D0F3D4FC8ED}" dt="2025-05-09T03:04:48.252" v="10894" actId="47"/>
        <pc:sldMkLst>
          <pc:docMk/>
          <pc:sldMk cId="0" sldId="275"/>
        </pc:sldMkLst>
      </pc:sldChg>
      <pc:sldChg chg="del">
        <pc:chgData name="Baldwin, Jamie" userId="70272f86-5d87-4a57-8179-379ea57aa664" providerId="ADAL" clId="{7EA66AFC-D892-4FC4-853E-0D0F3D4FC8ED}" dt="2025-05-09T03:04:48.900" v="10895" actId="47"/>
        <pc:sldMkLst>
          <pc:docMk/>
          <pc:sldMk cId="0" sldId="276"/>
        </pc:sldMkLst>
      </pc:sldChg>
      <pc:sldChg chg="del">
        <pc:chgData name="Baldwin, Jamie" userId="70272f86-5d87-4a57-8179-379ea57aa664" providerId="ADAL" clId="{7EA66AFC-D892-4FC4-853E-0D0F3D4FC8ED}" dt="2025-05-09T03:04:49.559" v="10896" actId="47"/>
        <pc:sldMkLst>
          <pc:docMk/>
          <pc:sldMk cId="0" sldId="277"/>
        </pc:sldMkLst>
      </pc:sldChg>
      <pc:sldChg chg="addSp modSp mod ord modNotes">
        <pc:chgData name="Baldwin, Jamie" userId="70272f86-5d87-4a57-8179-379ea57aa664" providerId="ADAL" clId="{7EA66AFC-D892-4FC4-853E-0D0F3D4FC8ED}" dt="2025-05-11T21:31:11.867" v="12126" actId="1076"/>
        <pc:sldMkLst>
          <pc:docMk/>
          <pc:sldMk cId="0" sldId="278"/>
        </pc:sldMkLst>
        <pc:spChg chg="add mod">
          <ac:chgData name="Baldwin, Jamie" userId="70272f86-5d87-4a57-8179-379ea57aa664" providerId="ADAL" clId="{7EA66AFC-D892-4FC4-853E-0D0F3D4FC8ED}" dt="2025-05-11T21:31:11.867" v="12126" actId="1076"/>
          <ac:spMkLst>
            <pc:docMk/>
            <pc:sldMk cId="0" sldId="278"/>
            <ac:spMk id="2" creationId="{C7787123-D75A-534F-640A-5665E0EDDDF5}"/>
          </ac:spMkLst>
        </pc:spChg>
        <pc:spChg chg="mod">
          <ac:chgData name="Baldwin, Jamie" userId="70272f86-5d87-4a57-8179-379ea57aa664" providerId="ADAL" clId="{7EA66AFC-D892-4FC4-853E-0D0F3D4FC8ED}" dt="2025-05-09T02:02:25.194" v="8191" actId="20577"/>
          <ac:spMkLst>
            <pc:docMk/>
            <pc:sldMk cId="0" sldId="278"/>
            <ac:spMk id="1253" creationId="{00000000-0000-0000-0000-000000000000}"/>
          </ac:spMkLst>
        </pc:spChg>
      </pc:sldChg>
      <pc:sldChg chg="del">
        <pc:chgData name="Baldwin, Jamie" userId="70272f86-5d87-4a57-8179-379ea57aa664" providerId="ADAL" clId="{7EA66AFC-D892-4FC4-853E-0D0F3D4FC8ED}" dt="2025-05-09T03:04:49.960" v="10897" actId="47"/>
        <pc:sldMkLst>
          <pc:docMk/>
          <pc:sldMk cId="0" sldId="279"/>
        </pc:sldMkLst>
      </pc:sldChg>
      <pc:sldChg chg="del">
        <pc:chgData name="Baldwin, Jamie" userId="70272f86-5d87-4a57-8179-379ea57aa664" providerId="ADAL" clId="{7EA66AFC-D892-4FC4-853E-0D0F3D4FC8ED}" dt="2025-05-09T03:04:50.591" v="10898" actId="47"/>
        <pc:sldMkLst>
          <pc:docMk/>
          <pc:sldMk cId="0" sldId="280"/>
        </pc:sldMkLst>
      </pc:sldChg>
      <pc:sldChg chg="del">
        <pc:chgData name="Baldwin, Jamie" userId="70272f86-5d87-4a57-8179-379ea57aa664" providerId="ADAL" clId="{7EA66AFC-D892-4FC4-853E-0D0F3D4FC8ED}" dt="2025-05-09T03:04:51.211" v="10899" actId="47"/>
        <pc:sldMkLst>
          <pc:docMk/>
          <pc:sldMk cId="0" sldId="281"/>
        </pc:sldMkLst>
      </pc:sldChg>
      <pc:sldChg chg="del">
        <pc:chgData name="Baldwin, Jamie" userId="70272f86-5d87-4a57-8179-379ea57aa664" providerId="ADAL" clId="{7EA66AFC-D892-4FC4-853E-0D0F3D4FC8ED}" dt="2025-05-09T03:04:51.814" v="10900" actId="47"/>
        <pc:sldMkLst>
          <pc:docMk/>
          <pc:sldMk cId="0" sldId="282"/>
        </pc:sldMkLst>
      </pc:sldChg>
      <pc:sldChg chg="del">
        <pc:chgData name="Baldwin, Jamie" userId="70272f86-5d87-4a57-8179-379ea57aa664" providerId="ADAL" clId="{7EA66AFC-D892-4FC4-853E-0D0F3D4FC8ED}" dt="2025-05-09T03:04:52.376" v="10901" actId="47"/>
        <pc:sldMkLst>
          <pc:docMk/>
          <pc:sldMk cId="0" sldId="283"/>
        </pc:sldMkLst>
      </pc:sldChg>
      <pc:sldChg chg="del">
        <pc:chgData name="Baldwin, Jamie" userId="70272f86-5d87-4a57-8179-379ea57aa664" providerId="ADAL" clId="{7EA66AFC-D892-4FC4-853E-0D0F3D4FC8ED}" dt="2025-05-09T03:04:53.161" v="10902" actId="47"/>
        <pc:sldMkLst>
          <pc:docMk/>
          <pc:sldMk cId="0" sldId="284"/>
        </pc:sldMkLst>
      </pc:sldChg>
      <pc:sldChg chg="del">
        <pc:chgData name="Baldwin, Jamie" userId="70272f86-5d87-4a57-8179-379ea57aa664" providerId="ADAL" clId="{7EA66AFC-D892-4FC4-853E-0D0F3D4FC8ED}" dt="2025-05-09T03:04:53.718" v="10903" actId="47"/>
        <pc:sldMkLst>
          <pc:docMk/>
          <pc:sldMk cId="0" sldId="285"/>
        </pc:sldMkLst>
      </pc:sldChg>
      <pc:sldChg chg="addSp delSp modSp mod ord modNotes modNotesTx">
        <pc:chgData name="Baldwin, Jamie" userId="70272f86-5d87-4a57-8179-379ea57aa664" providerId="ADAL" clId="{7EA66AFC-D892-4FC4-853E-0D0F3D4FC8ED}" dt="2025-05-13T20:36:53.285" v="12148"/>
        <pc:sldMkLst>
          <pc:docMk/>
          <pc:sldMk cId="0" sldId="286"/>
        </pc:sldMkLst>
        <pc:spChg chg="add mod">
          <ac:chgData name="Baldwin, Jamie" userId="70272f86-5d87-4a57-8179-379ea57aa664" providerId="ADAL" clId="{7EA66AFC-D892-4FC4-853E-0D0F3D4FC8ED}" dt="2025-05-11T21:31:26.954" v="12132" actId="1076"/>
          <ac:spMkLst>
            <pc:docMk/>
            <pc:sldMk cId="0" sldId="286"/>
            <ac:spMk id="2" creationId="{167BC96B-2D15-3AF3-BAF5-1DBFDA61EA2D}"/>
          </ac:spMkLst>
        </pc:spChg>
        <pc:spChg chg="mod">
          <ac:chgData name="Baldwin, Jamie" userId="70272f86-5d87-4a57-8179-379ea57aa664" providerId="ADAL" clId="{7EA66AFC-D892-4FC4-853E-0D0F3D4FC8ED}" dt="2025-05-09T03:43:43.102" v="11225" actId="1076"/>
          <ac:spMkLst>
            <pc:docMk/>
            <pc:sldMk cId="0" sldId="286"/>
            <ac:spMk id="1457" creationId="{00000000-0000-0000-0000-000000000000}"/>
          </ac:spMkLst>
        </pc:spChg>
        <pc:spChg chg="mod">
          <ac:chgData name="Baldwin, Jamie" userId="70272f86-5d87-4a57-8179-379ea57aa664" providerId="ADAL" clId="{7EA66AFC-D892-4FC4-853E-0D0F3D4FC8ED}" dt="2025-05-09T03:43:43.102" v="11225" actId="1076"/>
          <ac:spMkLst>
            <pc:docMk/>
            <pc:sldMk cId="0" sldId="286"/>
            <ac:spMk id="1458" creationId="{00000000-0000-0000-0000-000000000000}"/>
          </ac:spMkLst>
        </pc:spChg>
      </pc:sldChg>
      <pc:sldChg chg="del">
        <pc:chgData name="Baldwin, Jamie" userId="70272f86-5d87-4a57-8179-379ea57aa664" providerId="ADAL" clId="{7EA66AFC-D892-4FC4-853E-0D0F3D4FC8ED}" dt="2025-05-09T03:04:58.552" v="10904" actId="47"/>
        <pc:sldMkLst>
          <pc:docMk/>
          <pc:sldMk cId="0" sldId="287"/>
        </pc:sldMkLst>
      </pc:sldChg>
      <pc:sldChg chg="del">
        <pc:chgData name="Baldwin, Jamie" userId="70272f86-5d87-4a57-8179-379ea57aa664" providerId="ADAL" clId="{7EA66AFC-D892-4FC4-853E-0D0F3D4FC8ED}" dt="2025-05-09T03:04:59.644" v="10905" actId="47"/>
        <pc:sldMkLst>
          <pc:docMk/>
          <pc:sldMk cId="0" sldId="288"/>
        </pc:sldMkLst>
      </pc:sldChg>
      <pc:sldChg chg="del">
        <pc:chgData name="Baldwin, Jamie" userId="70272f86-5d87-4a57-8179-379ea57aa664" providerId="ADAL" clId="{7EA66AFC-D892-4FC4-853E-0D0F3D4FC8ED}" dt="2025-05-09T03:05:00.954" v="10906" actId="47"/>
        <pc:sldMkLst>
          <pc:docMk/>
          <pc:sldMk cId="0" sldId="289"/>
        </pc:sldMkLst>
      </pc:sldChg>
      <pc:sldChg chg="del">
        <pc:chgData name="Baldwin, Jamie" userId="70272f86-5d87-4a57-8179-379ea57aa664" providerId="ADAL" clId="{7EA66AFC-D892-4FC4-853E-0D0F3D4FC8ED}" dt="2025-05-09T03:05:01.729" v="10907" actId="47"/>
        <pc:sldMkLst>
          <pc:docMk/>
          <pc:sldMk cId="0" sldId="290"/>
        </pc:sldMkLst>
      </pc:sldChg>
      <pc:sldChg chg="del">
        <pc:chgData name="Baldwin, Jamie" userId="70272f86-5d87-4a57-8179-379ea57aa664" providerId="ADAL" clId="{7EA66AFC-D892-4FC4-853E-0D0F3D4FC8ED}" dt="2025-05-09T03:05:02.606" v="10908" actId="47"/>
        <pc:sldMkLst>
          <pc:docMk/>
          <pc:sldMk cId="0" sldId="291"/>
        </pc:sldMkLst>
      </pc:sldChg>
      <pc:sldChg chg="del">
        <pc:chgData name="Baldwin, Jamie" userId="70272f86-5d87-4a57-8179-379ea57aa664" providerId="ADAL" clId="{7EA66AFC-D892-4FC4-853E-0D0F3D4FC8ED}" dt="2025-05-09T03:05:04.633" v="10909" actId="47"/>
        <pc:sldMkLst>
          <pc:docMk/>
          <pc:sldMk cId="0" sldId="292"/>
        </pc:sldMkLst>
      </pc:sldChg>
      <pc:sldChg chg="del">
        <pc:chgData name="Baldwin, Jamie" userId="70272f86-5d87-4a57-8179-379ea57aa664" providerId="ADAL" clId="{7EA66AFC-D892-4FC4-853E-0D0F3D4FC8ED}" dt="2025-05-09T03:05:06.153" v="10910" actId="47"/>
        <pc:sldMkLst>
          <pc:docMk/>
          <pc:sldMk cId="0" sldId="293"/>
        </pc:sldMkLst>
      </pc:sldChg>
      <pc:sldChg chg="del">
        <pc:chgData name="Baldwin, Jamie" userId="70272f86-5d87-4a57-8179-379ea57aa664" providerId="ADAL" clId="{7EA66AFC-D892-4FC4-853E-0D0F3D4FC8ED}" dt="2025-05-09T03:09:55.297" v="10985" actId="47"/>
        <pc:sldMkLst>
          <pc:docMk/>
          <pc:sldMk cId="0" sldId="294"/>
        </pc:sldMkLst>
      </pc:sldChg>
      <pc:sldChg chg="del">
        <pc:chgData name="Baldwin, Jamie" userId="70272f86-5d87-4a57-8179-379ea57aa664" providerId="ADAL" clId="{7EA66AFC-D892-4FC4-853E-0D0F3D4FC8ED}" dt="2025-05-09T03:05:15.734" v="10911" actId="47"/>
        <pc:sldMkLst>
          <pc:docMk/>
          <pc:sldMk cId="0" sldId="295"/>
        </pc:sldMkLst>
      </pc:sldChg>
      <pc:sldChg chg="del">
        <pc:chgData name="Baldwin, Jamie" userId="70272f86-5d87-4a57-8179-379ea57aa664" providerId="ADAL" clId="{7EA66AFC-D892-4FC4-853E-0D0F3D4FC8ED}" dt="2025-05-09T03:05:17.930" v="10912" actId="47"/>
        <pc:sldMkLst>
          <pc:docMk/>
          <pc:sldMk cId="0" sldId="296"/>
        </pc:sldMkLst>
      </pc:sldChg>
      <pc:sldChg chg="del">
        <pc:chgData name="Baldwin, Jamie" userId="70272f86-5d87-4a57-8179-379ea57aa664" providerId="ADAL" clId="{7EA66AFC-D892-4FC4-853E-0D0F3D4FC8ED}" dt="2025-05-09T03:05:19.543" v="10913" actId="47"/>
        <pc:sldMkLst>
          <pc:docMk/>
          <pc:sldMk cId="0" sldId="297"/>
        </pc:sldMkLst>
      </pc:sldChg>
      <pc:sldChg chg="del">
        <pc:chgData name="Baldwin, Jamie" userId="70272f86-5d87-4a57-8179-379ea57aa664" providerId="ADAL" clId="{7EA66AFC-D892-4FC4-853E-0D0F3D4FC8ED}" dt="2025-05-09T03:05:21.180" v="10914" actId="47"/>
        <pc:sldMkLst>
          <pc:docMk/>
          <pc:sldMk cId="0" sldId="298"/>
        </pc:sldMkLst>
      </pc:sldChg>
      <pc:sldChg chg="del">
        <pc:chgData name="Baldwin, Jamie" userId="70272f86-5d87-4a57-8179-379ea57aa664" providerId="ADAL" clId="{7EA66AFC-D892-4FC4-853E-0D0F3D4FC8ED}" dt="2025-05-09T03:05:22.125" v="10915" actId="47"/>
        <pc:sldMkLst>
          <pc:docMk/>
          <pc:sldMk cId="0" sldId="299"/>
        </pc:sldMkLst>
      </pc:sldChg>
      <pc:sldChg chg="del">
        <pc:chgData name="Baldwin, Jamie" userId="70272f86-5d87-4a57-8179-379ea57aa664" providerId="ADAL" clId="{7EA66AFC-D892-4FC4-853E-0D0F3D4FC8ED}" dt="2025-05-09T03:05:23.782" v="10916" actId="47"/>
        <pc:sldMkLst>
          <pc:docMk/>
          <pc:sldMk cId="0" sldId="300"/>
        </pc:sldMkLst>
      </pc:sldChg>
      <pc:sldChg chg="del">
        <pc:chgData name="Baldwin, Jamie" userId="70272f86-5d87-4a57-8179-379ea57aa664" providerId="ADAL" clId="{7EA66AFC-D892-4FC4-853E-0D0F3D4FC8ED}" dt="2025-05-09T03:05:25.050" v="10917" actId="47"/>
        <pc:sldMkLst>
          <pc:docMk/>
          <pc:sldMk cId="0" sldId="301"/>
        </pc:sldMkLst>
      </pc:sldChg>
      <pc:sldChg chg="del">
        <pc:chgData name="Baldwin, Jamie" userId="70272f86-5d87-4a57-8179-379ea57aa664" providerId="ADAL" clId="{7EA66AFC-D892-4FC4-853E-0D0F3D4FC8ED}" dt="2025-05-09T03:05:26.421" v="10918" actId="47"/>
        <pc:sldMkLst>
          <pc:docMk/>
          <pc:sldMk cId="0" sldId="302"/>
        </pc:sldMkLst>
      </pc:sldChg>
      <pc:sldChg chg="del">
        <pc:chgData name="Baldwin, Jamie" userId="70272f86-5d87-4a57-8179-379ea57aa664" providerId="ADAL" clId="{7EA66AFC-D892-4FC4-853E-0D0F3D4FC8ED}" dt="2025-05-09T03:05:27.592" v="10919" actId="47"/>
        <pc:sldMkLst>
          <pc:docMk/>
          <pc:sldMk cId="0" sldId="303"/>
        </pc:sldMkLst>
      </pc:sldChg>
      <pc:sldChg chg="del">
        <pc:chgData name="Baldwin, Jamie" userId="70272f86-5d87-4a57-8179-379ea57aa664" providerId="ADAL" clId="{7EA66AFC-D892-4FC4-853E-0D0F3D4FC8ED}" dt="2025-05-09T03:05:28.503" v="10920" actId="47"/>
        <pc:sldMkLst>
          <pc:docMk/>
          <pc:sldMk cId="0" sldId="304"/>
        </pc:sldMkLst>
      </pc:sldChg>
      <pc:sldChg chg="del">
        <pc:chgData name="Baldwin, Jamie" userId="70272f86-5d87-4a57-8179-379ea57aa664" providerId="ADAL" clId="{7EA66AFC-D892-4FC4-853E-0D0F3D4FC8ED}" dt="2025-05-09T03:05:30.144" v="10921" actId="47"/>
        <pc:sldMkLst>
          <pc:docMk/>
          <pc:sldMk cId="0" sldId="305"/>
        </pc:sldMkLst>
      </pc:sldChg>
      <pc:sldChg chg="del">
        <pc:chgData name="Baldwin, Jamie" userId="70272f86-5d87-4a57-8179-379ea57aa664" providerId="ADAL" clId="{7EA66AFC-D892-4FC4-853E-0D0F3D4FC8ED}" dt="2025-05-09T03:05:33.642" v="10922" actId="47"/>
        <pc:sldMkLst>
          <pc:docMk/>
          <pc:sldMk cId="0" sldId="306"/>
        </pc:sldMkLst>
      </pc:sldChg>
      <pc:sldChg chg="del">
        <pc:chgData name="Baldwin, Jamie" userId="70272f86-5d87-4a57-8179-379ea57aa664" providerId="ADAL" clId="{7EA66AFC-D892-4FC4-853E-0D0F3D4FC8ED}" dt="2025-05-09T03:05:34.682" v="10923" actId="47"/>
        <pc:sldMkLst>
          <pc:docMk/>
          <pc:sldMk cId="0" sldId="307"/>
        </pc:sldMkLst>
      </pc:sldChg>
      <pc:sldChg chg="add del">
        <pc:chgData name="Baldwin, Jamie" userId="70272f86-5d87-4a57-8179-379ea57aa664" providerId="ADAL" clId="{7EA66AFC-D892-4FC4-853E-0D0F3D4FC8ED}" dt="2025-05-08T19:15:59.976" v="160"/>
        <pc:sldMkLst>
          <pc:docMk/>
          <pc:sldMk cId="2013181361" sldId="308"/>
        </pc:sldMkLst>
      </pc:sldChg>
      <pc:sldChg chg="addSp modSp add del mod modNotesTx">
        <pc:chgData name="Baldwin, Jamie" userId="70272f86-5d87-4a57-8179-379ea57aa664" providerId="ADAL" clId="{7EA66AFC-D892-4FC4-853E-0D0F3D4FC8ED}" dt="2025-05-12T00:37:18.235" v="12147" actId="20577"/>
        <pc:sldMkLst>
          <pc:docMk/>
          <pc:sldMk cId="2706151953" sldId="308"/>
        </pc:sldMkLst>
        <pc:spChg chg="add mod">
          <ac:chgData name="Baldwin, Jamie" userId="70272f86-5d87-4a57-8179-379ea57aa664" providerId="ADAL" clId="{7EA66AFC-D892-4FC4-853E-0D0F3D4FC8ED}" dt="2025-05-11T21:31:18.025" v="12129" actId="1076"/>
          <ac:spMkLst>
            <pc:docMk/>
            <pc:sldMk cId="2706151953" sldId="308"/>
            <ac:spMk id="2" creationId="{332281A3-BA7D-7D2A-87B3-60BD3A244EF2}"/>
          </ac:spMkLst>
        </pc:spChg>
        <pc:spChg chg="mod">
          <ac:chgData name="Baldwin, Jamie" userId="70272f86-5d87-4a57-8179-379ea57aa664" providerId="ADAL" clId="{7EA66AFC-D892-4FC4-853E-0D0F3D4FC8ED}" dt="2025-05-09T02:02:49.181" v="8254" actId="404"/>
          <ac:spMkLst>
            <pc:docMk/>
            <pc:sldMk cId="2706151953" sldId="308"/>
            <ac:spMk id="493" creationId="{FE41BB1C-D898-1FC2-8C82-141CA7EFCAFF}"/>
          </ac:spMkLst>
        </pc:spChg>
        <pc:spChg chg="mod">
          <ac:chgData name="Baldwin, Jamie" userId="70272f86-5d87-4a57-8179-379ea57aa664" providerId="ADAL" clId="{7EA66AFC-D892-4FC4-853E-0D0F3D4FC8ED}" dt="2025-05-09T02:50:07.985" v="10870" actId="207"/>
          <ac:spMkLst>
            <pc:docMk/>
            <pc:sldMk cId="2706151953" sldId="308"/>
            <ac:spMk id="494" creationId="{EA0B84FC-2B4F-F3D3-53EB-8B43D7A2CA5A}"/>
          </ac:spMkLst>
        </pc:spChg>
      </pc:sldChg>
      <pc:sldChg chg="addSp delSp modSp add del mod ord modNotes">
        <pc:chgData name="Baldwin, Jamie" userId="70272f86-5d87-4a57-8179-379ea57aa664" providerId="ADAL" clId="{7EA66AFC-D892-4FC4-853E-0D0F3D4FC8ED}" dt="2025-05-08T20:25:19.757" v="2443" actId="47"/>
        <pc:sldMkLst>
          <pc:docMk/>
          <pc:sldMk cId="4155596855" sldId="309"/>
        </pc:sldMkLst>
      </pc:sldChg>
      <pc:sldChg chg="addSp modSp add mod ord modNotesTx">
        <pc:chgData name="Baldwin, Jamie" userId="70272f86-5d87-4a57-8179-379ea57aa664" providerId="ADAL" clId="{7EA66AFC-D892-4FC4-853E-0D0F3D4FC8ED}" dt="2025-05-11T21:30:42.215" v="12116" actId="20577"/>
        <pc:sldMkLst>
          <pc:docMk/>
          <pc:sldMk cId="3488492403" sldId="310"/>
        </pc:sldMkLst>
        <pc:spChg chg="mod">
          <ac:chgData name="Baldwin, Jamie" userId="70272f86-5d87-4a57-8179-379ea57aa664" providerId="ADAL" clId="{7EA66AFC-D892-4FC4-853E-0D0F3D4FC8ED}" dt="2025-05-08T20:24:52.456" v="2439"/>
          <ac:spMkLst>
            <pc:docMk/>
            <pc:sldMk cId="3488492403" sldId="310"/>
            <ac:spMk id="3" creationId="{05D0AE1D-277F-DF91-C37F-C3D18310C87A}"/>
          </ac:spMkLst>
        </pc:spChg>
        <pc:spChg chg="mod">
          <ac:chgData name="Baldwin, Jamie" userId="70272f86-5d87-4a57-8179-379ea57aa664" providerId="ADAL" clId="{7EA66AFC-D892-4FC4-853E-0D0F3D4FC8ED}" dt="2025-05-08T20:24:52.456" v="2439"/>
          <ac:spMkLst>
            <pc:docMk/>
            <pc:sldMk cId="3488492403" sldId="310"/>
            <ac:spMk id="4" creationId="{AED1B0F7-680E-65FF-F590-44AD549B3836}"/>
          </ac:spMkLst>
        </pc:spChg>
        <pc:spChg chg="mod">
          <ac:chgData name="Baldwin, Jamie" userId="70272f86-5d87-4a57-8179-379ea57aa664" providerId="ADAL" clId="{7EA66AFC-D892-4FC4-853E-0D0F3D4FC8ED}" dt="2025-05-08T20:24:52.456" v="2439"/>
          <ac:spMkLst>
            <pc:docMk/>
            <pc:sldMk cId="3488492403" sldId="310"/>
            <ac:spMk id="5" creationId="{145E1C6F-C36D-F422-767D-4ED88C347B7D}"/>
          </ac:spMkLst>
        </pc:spChg>
        <pc:spChg chg="add mod">
          <ac:chgData name="Baldwin, Jamie" userId="70272f86-5d87-4a57-8179-379ea57aa664" providerId="ADAL" clId="{7EA66AFC-D892-4FC4-853E-0D0F3D4FC8ED}" dt="2025-05-09T03:16:49.906" v="11214" actId="1076"/>
          <ac:spMkLst>
            <pc:docMk/>
            <pc:sldMk cId="3488492403" sldId="310"/>
            <ac:spMk id="6" creationId="{2ACCB792-4DC8-2B21-1845-D57E7E995C7D}"/>
          </ac:spMkLst>
        </pc:spChg>
        <pc:spChg chg="add mod">
          <ac:chgData name="Baldwin, Jamie" userId="70272f86-5d87-4a57-8179-379ea57aa664" providerId="ADAL" clId="{7EA66AFC-D892-4FC4-853E-0D0F3D4FC8ED}" dt="2025-05-11T21:30:42.215" v="12116" actId="20577"/>
          <ac:spMkLst>
            <pc:docMk/>
            <pc:sldMk cId="3488492403" sldId="310"/>
            <ac:spMk id="9" creationId="{73C02A04-D10A-A892-D7C0-BAD75D973EE6}"/>
          </ac:spMkLst>
        </pc:spChg>
        <pc:spChg chg="mod">
          <ac:chgData name="Baldwin, Jamie" userId="70272f86-5d87-4a57-8179-379ea57aa664" providerId="ADAL" clId="{7EA66AFC-D892-4FC4-853E-0D0F3D4FC8ED}" dt="2025-05-08T20:24:41.284" v="2438"/>
          <ac:spMkLst>
            <pc:docMk/>
            <pc:sldMk cId="3488492403" sldId="310"/>
            <ac:spMk id="493" creationId="{3FB3FB3C-8A8F-2A62-A002-6B3FE6F70E1A}"/>
          </ac:spMkLst>
        </pc:spChg>
        <pc:spChg chg="mod">
          <ac:chgData name="Baldwin, Jamie" userId="70272f86-5d87-4a57-8179-379ea57aa664" providerId="ADAL" clId="{7EA66AFC-D892-4FC4-853E-0D0F3D4FC8ED}" dt="2025-05-09T03:18:42.348" v="11221" actId="1076"/>
          <ac:spMkLst>
            <pc:docMk/>
            <pc:sldMk cId="3488492403" sldId="310"/>
            <ac:spMk id="494" creationId="{2E8694C5-49B3-F226-2CA6-E6268DDE71A5}"/>
          </ac:spMkLst>
        </pc:spChg>
        <pc:grpChg chg="add mod">
          <ac:chgData name="Baldwin, Jamie" userId="70272f86-5d87-4a57-8179-379ea57aa664" providerId="ADAL" clId="{7EA66AFC-D892-4FC4-853E-0D0F3D4FC8ED}" dt="2025-05-08T20:24:52.456" v="2439"/>
          <ac:grpSpMkLst>
            <pc:docMk/>
            <pc:sldMk cId="3488492403" sldId="310"/>
            <ac:grpSpMk id="2" creationId="{B59477FF-273D-79B6-EA47-19F63B2B21D5}"/>
          </ac:grpSpMkLst>
        </pc:grpChg>
        <pc:picChg chg="add mod">
          <ac:chgData name="Baldwin, Jamie" userId="70272f86-5d87-4a57-8179-379ea57aa664" providerId="ADAL" clId="{7EA66AFC-D892-4FC4-853E-0D0F3D4FC8ED}" dt="2025-05-08T20:24:52.456" v="2439"/>
          <ac:picMkLst>
            <pc:docMk/>
            <pc:sldMk cId="3488492403" sldId="310"/>
            <ac:picMk id="7" creationId="{539F7066-4FD6-0188-9CB8-D7B1CBD0FFA2}"/>
          </ac:picMkLst>
        </pc:picChg>
        <pc:picChg chg="add mod">
          <ac:chgData name="Baldwin, Jamie" userId="70272f86-5d87-4a57-8179-379ea57aa664" providerId="ADAL" clId="{7EA66AFC-D892-4FC4-853E-0D0F3D4FC8ED}" dt="2025-05-08T20:24:52.456" v="2439"/>
          <ac:picMkLst>
            <pc:docMk/>
            <pc:sldMk cId="3488492403" sldId="310"/>
            <ac:picMk id="8" creationId="{C9C98F30-0517-29DF-03A1-AA063DC6FD75}"/>
          </ac:picMkLst>
        </pc:picChg>
      </pc:sldChg>
      <pc:sldChg chg="addSp delSp modSp add mod ord modNotes modNotesTx">
        <pc:chgData name="Baldwin, Jamie" userId="70272f86-5d87-4a57-8179-379ea57aa664" providerId="ADAL" clId="{7EA66AFC-D892-4FC4-853E-0D0F3D4FC8ED}" dt="2025-05-11T21:30:23.930" v="12112" actId="20577"/>
        <pc:sldMkLst>
          <pc:docMk/>
          <pc:sldMk cId="3165519189" sldId="311"/>
        </pc:sldMkLst>
        <pc:spChg chg="add mod">
          <ac:chgData name="Baldwin, Jamie" userId="70272f86-5d87-4a57-8179-379ea57aa664" providerId="ADAL" clId="{7EA66AFC-D892-4FC4-853E-0D0F3D4FC8ED}" dt="2025-05-08T21:15:16.868" v="3906" actId="1076"/>
          <ac:spMkLst>
            <pc:docMk/>
            <pc:sldMk cId="3165519189" sldId="311"/>
            <ac:spMk id="2" creationId="{4A07C5BC-93F4-A1B2-2471-D17FA73E4564}"/>
          </ac:spMkLst>
        </pc:spChg>
        <pc:spChg chg="add mod">
          <ac:chgData name="Baldwin, Jamie" userId="70272f86-5d87-4a57-8179-379ea57aa664" providerId="ADAL" clId="{7EA66AFC-D892-4FC4-853E-0D0F3D4FC8ED}" dt="2025-05-11T21:30:23.930" v="12112" actId="20577"/>
          <ac:spMkLst>
            <pc:docMk/>
            <pc:sldMk cId="3165519189" sldId="311"/>
            <ac:spMk id="3" creationId="{9A51FEB5-B7AF-6D76-0FD3-91E2008119E3}"/>
          </ac:spMkLst>
        </pc:spChg>
        <pc:spChg chg="mod">
          <ac:chgData name="Baldwin, Jamie" userId="70272f86-5d87-4a57-8179-379ea57aa664" providerId="ADAL" clId="{7EA66AFC-D892-4FC4-853E-0D0F3D4FC8ED}" dt="2025-05-08T21:13:26.357" v="3885"/>
          <ac:spMkLst>
            <pc:docMk/>
            <pc:sldMk cId="3165519189" sldId="311"/>
            <ac:spMk id="7" creationId="{6FBB1521-2BD7-8E86-6645-80306BC33246}"/>
          </ac:spMkLst>
        </pc:spChg>
        <pc:spChg chg="mod">
          <ac:chgData name="Baldwin, Jamie" userId="70272f86-5d87-4a57-8179-379ea57aa664" providerId="ADAL" clId="{7EA66AFC-D892-4FC4-853E-0D0F3D4FC8ED}" dt="2025-05-08T21:13:26.357" v="3885"/>
          <ac:spMkLst>
            <pc:docMk/>
            <pc:sldMk cId="3165519189" sldId="311"/>
            <ac:spMk id="8" creationId="{85D98BB0-7DDB-1245-8D27-48D079FCA0E0}"/>
          </ac:spMkLst>
        </pc:spChg>
        <pc:spChg chg="mod">
          <ac:chgData name="Baldwin, Jamie" userId="70272f86-5d87-4a57-8179-379ea57aa664" providerId="ADAL" clId="{7EA66AFC-D892-4FC4-853E-0D0F3D4FC8ED}" dt="2025-05-08T21:13:26.357" v="3885"/>
          <ac:spMkLst>
            <pc:docMk/>
            <pc:sldMk cId="3165519189" sldId="311"/>
            <ac:spMk id="9" creationId="{E3B66C51-CCD9-DDCA-ED26-6437D52F684A}"/>
          </ac:spMkLst>
        </pc:spChg>
        <pc:spChg chg="add mod">
          <ac:chgData name="Baldwin, Jamie" userId="70272f86-5d87-4a57-8179-379ea57aa664" providerId="ADAL" clId="{7EA66AFC-D892-4FC4-853E-0D0F3D4FC8ED}" dt="2025-05-08T21:20:18.523" v="3932" actId="1076"/>
          <ac:spMkLst>
            <pc:docMk/>
            <pc:sldMk cId="3165519189" sldId="311"/>
            <ac:spMk id="12" creationId="{3FF09C8F-DF92-8CAB-B930-9BD9DD14BFA5}"/>
          </ac:spMkLst>
        </pc:spChg>
        <pc:spChg chg="mod">
          <ac:chgData name="Baldwin, Jamie" userId="70272f86-5d87-4a57-8179-379ea57aa664" providerId="ADAL" clId="{7EA66AFC-D892-4FC4-853E-0D0F3D4FC8ED}" dt="2025-05-08T20:52:03.172" v="3656" actId="1076"/>
          <ac:spMkLst>
            <pc:docMk/>
            <pc:sldMk cId="3165519189" sldId="311"/>
            <ac:spMk id="632" creationId="{E83C2401-1F6D-AE2E-F4F5-2C394858AF30}"/>
          </ac:spMkLst>
        </pc:spChg>
        <pc:grpChg chg="add mod ord">
          <ac:chgData name="Baldwin, Jamie" userId="70272f86-5d87-4a57-8179-379ea57aa664" providerId="ADAL" clId="{7EA66AFC-D892-4FC4-853E-0D0F3D4FC8ED}" dt="2025-05-08T21:13:40.225" v="3887" actId="171"/>
          <ac:grpSpMkLst>
            <pc:docMk/>
            <pc:sldMk cId="3165519189" sldId="311"/>
            <ac:grpSpMk id="6" creationId="{A930C349-7EA5-141F-84A2-C5DD45DA54AC}"/>
          </ac:grpSpMkLst>
        </pc:grpChg>
        <pc:grpChg chg="mod">
          <ac:chgData name="Baldwin, Jamie" userId="70272f86-5d87-4a57-8179-379ea57aa664" providerId="ADAL" clId="{7EA66AFC-D892-4FC4-853E-0D0F3D4FC8ED}" dt="2025-05-08T21:14:05.342" v="3892" actId="1076"/>
          <ac:grpSpMkLst>
            <pc:docMk/>
            <pc:sldMk cId="3165519189" sldId="311"/>
            <ac:grpSpMk id="634" creationId="{99DD5E9F-7C80-5389-4EA9-720FADA6B7A0}"/>
          </ac:grpSpMkLst>
        </pc:grpChg>
        <pc:picChg chg="add mod">
          <ac:chgData name="Baldwin, Jamie" userId="70272f86-5d87-4a57-8179-379ea57aa664" providerId="ADAL" clId="{7EA66AFC-D892-4FC4-853E-0D0F3D4FC8ED}" dt="2025-05-08T21:13:52.361" v="3891" actId="1076"/>
          <ac:picMkLst>
            <pc:docMk/>
            <pc:sldMk cId="3165519189" sldId="311"/>
            <ac:picMk id="10" creationId="{C4EFEF77-EC6E-C2B5-955A-9832A78FF5B0}"/>
          </ac:picMkLst>
        </pc:picChg>
        <pc:picChg chg="add mod modCrop">
          <ac:chgData name="Baldwin, Jamie" userId="70272f86-5d87-4a57-8179-379ea57aa664" providerId="ADAL" clId="{7EA66AFC-D892-4FC4-853E-0D0F3D4FC8ED}" dt="2025-05-08T21:19:33.641" v="3923" actId="14100"/>
          <ac:picMkLst>
            <pc:docMk/>
            <pc:sldMk cId="3165519189" sldId="311"/>
            <ac:picMk id="11" creationId="{995D6086-93DB-CE78-098E-DA2908444917}"/>
          </ac:picMkLst>
        </pc:picChg>
        <pc:picChg chg="add del mod modCrop">
          <ac:chgData name="Baldwin, Jamie" userId="70272f86-5d87-4a57-8179-379ea57aa664" providerId="ADAL" clId="{7EA66AFC-D892-4FC4-853E-0D0F3D4FC8ED}" dt="2025-05-08T21:20:07.025" v="3930" actId="1076"/>
          <ac:picMkLst>
            <pc:docMk/>
            <pc:sldMk cId="3165519189" sldId="311"/>
            <ac:picMk id="638" creationId="{3F167BEE-7AD2-6C5C-0C77-848F05E2E36F}"/>
          </ac:picMkLst>
        </pc:picChg>
        <pc:picChg chg="mod">
          <ac:chgData name="Baldwin, Jamie" userId="70272f86-5d87-4a57-8179-379ea57aa664" providerId="ADAL" clId="{7EA66AFC-D892-4FC4-853E-0D0F3D4FC8ED}" dt="2025-05-08T21:14:05.342" v="3892" actId="1076"/>
          <ac:picMkLst>
            <pc:docMk/>
            <pc:sldMk cId="3165519189" sldId="311"/>
            <ac:picMk id="644" creationId="{D7C3B2B1-7FBD-6400-27AD-575BA9FB2024}"/>
          </ac:picMkLst>
        </pc:picChg>
      </pc:sldChg>
      <pc:sldChg chg="addSp delSp modSp add mod ord modNotes modNotesTx">
        <pc:chgData name="Baldwin, Jamie" userId="70272f86-5d87-4a57-8179-379ea57aa664" providerId="ADAL" clId="{7EA66AFC-D892-4FC4-853E-0D0F3D4FC8ED}" dt="2025-05-11T21:30:49.472" v="12118" actId="20577"/>
        <pc:sldMkLst>
          <pc:docMk/>
          <pc:sldMk cId="914046267" sldId="312"/>
        </pc:sldMkLst>
        <pc:spChg chg="add mod">
          <ac:chgData name="Baldwin, Jamie" userId="70272f86-5d87-4a57-8179-379ea57aa664" providerId="ADAL" clId="{7EA66AFC-D892-4FC4-853E-0D0F3D4FC8ED}" dt="2025-05-08T22:44:14.441" v="5445" actId="1076"/>
          <ac:spMkLst>
            <pc:docMk/>
            <pc:sldMk cId="914046267" sldId="312"/>
            <ac:spMk id="2" creationId="{DFCA8C22-5F81-A057-397C-D8FB74D2E415}"/>
          </ac:spMkLst>
        </pc:spChg>
        <pc:spChg chg="add mod">
          <ac:chgData name="Baldwin, Jamie" userId="70272f86-5d87-4a57-8179-379ea57aa664" providerId="ADAL" clId="{7EA66AFC-D892-4FC4-853E-0D0F3D4FC8ED}" dt="2025-05-11T21:30:49.472" v="12118" actId="20577"/>
          <ac:spMkLst>
            <pc:docMk/>
            <pc:sldMk cId="914046267" sldId="312"/>
            <ac:spMk id="3" creationId="{0648DE8E-943B-3BD9-BDFD-EA93C3A56079}"/>
          </ac:spMkLst>
        </pc:spChg>
        <pc:spChg chg="add mod">
          <ac:chgData name="Baldwin, Jamie" userId="70272f86-5d87-4a57-8179-379ea57aa664" providerId="ADAL" clId="{7EA66AFC-D892-4FC4-853E-0D0F3D4FC8ED}" dt="2025-05-08T22:45:06.012" v="5495" actId="1076"/>
          <ac:spMkLst>
            <pc:docMk/>
            <pc:sldMk cId="914046267" sldId="312"/>
            <ac:spMk id="4" creationId="{5087FC05-4357-F6B1-FF60-EE297604E42D}"/>
          </ac:spMkLst>
        </pc:spChg>
        <pc:spChg chg="add mod">
          <ac:chgData name="Baldwin, Jamie" userId="70272f86-5d87-4a57-8179-379ea57aa664" providerId="ADAL" clId="{7EA66AFC-D892-4FC4-853E-0D0F3D4FC8ED}" dt="2025-05-08T22:44:44.309" v="5467" actId="1076"/>
          <ac:spMkLst>
            <pc:docMk/>
            <pc:sldMk cId="914046267" sldId="312"/>
            <ac:spMk id="5" creationId="{BF183109-4F49-385A-CC4F-9D6861E1715A}"/>
          </ac:spMkLst>
        </pc:spChg>
        <pc:spChg chg="add mod">
          <ac:chgData name="Baldwin, Jamie" userId="70272f86-5d87-4a57-8179-379ea57aa664" providerId="ADAL" clId="{7EA66AFC-D892-4FC4-853E-0D0F3D4FC8ED}" dt="2025-05-08T23:12:12.771" v="5774" actId="1076"/>
          <ac:spMkLst>
            <pc:docMk/>
            <pc:sldMk cId="914046267" sldId="312"/>
            <ac:spMk id="6" creationId="{7EC0B703-28CE-52EA-B3AE-DF436A28C11D}"/>
          </ac:spMkLst>
        </pc:spChg>
        <pc:spChg chg="add mod">
          <ac:chgData name="Baldwin, Jamie" userId="70272f86-5d87-4a57-8179-379ea57aa664" providerId="ADAL" clId="{7EA66AFC-D892-4FC4-853E-0D0F3D4FC8ED}" dt="2025-05-08T23:55:05.897" v="5878" actId="14100"/>
          <ac:spMkLst>
            <pc:docMk/>
            <pc:sldMk cId="914046267" sldId="312"/>
            <ac:spMk id="15" creationId="{C257804E-DC53-C999-9D3D-1904A1083A1A}"/>
          </ac:spMkLst>
        </pc:spChg>
        <pc:spChg chg="add mod">
          <ac:chgData name="Baldwin, Jamie" userId="70272f86-5d87-4a57-8179-379ea57aa664" providerId="ADAL" clId="{7EA66AFC-D892-4FC4-853E-0D0F3D4FC8ED}" dt="2025-05-08T23:55:25.704" v="5884" actId="1076"/>
          <ac:spMkLst>
            <pc:docMk/>
            <pc:sldMk cId="914046267" sldId="312"/>
            <ac:spMk id="16" creationId="{09A59947-6465-BEDA-BE69-7073C1F89A67}"/>
          </ac:spMkLst>
        </pc:spChg>
        <pc:spChg chg="add mod">
          <ac:chgData name="Baldwin, Jamie" userId="70272f86-5d87-4a57-8179-379ea57aa664" providerId="ADAL" clId="{7EA66AFC-D892-4FC4-853E-0D0F3D4FC8ED}" dt="2025-05-08T23:55:20.905" v="5882" actId="1076"/>
          <ac:spMkLst>
            <pc:docMk/>
            <pc:sldMk cId="914046267" sldId="312"/>
            <ac:spMk id="19" creationId="{2400A5C4-BAA8-5D10-79B3-E05E13F9F92C}"/>
          </ac:spMkLst>
        </pc:spChg>
        <pc:spChg chg="mod">
          <ac:chgData name="Baldwin, Jamie" userId="70272f86-5d87-4a57-8179-379ea57aa664" providerId="ADAL" clId="{7EA66AFC-D892-4FC4-853E-0D0F3D4FC8ED}" dt="2025-05-08T23:47:58.003" v="5808" actId="1076"/>
          <ac:spMkLst>
            <pc:docMk/>
            <pc:sldMk cId="914046267" sldId="312"/>
            <ac:spMk id="1224" creationId="{C9A5AAC8-91DD-84D4-4A40-07A098FA3FD6}"/>
          </ac:spMkLst>
        </pc:spChg>
        <pc:spChg chg="mod">
          <ac:chgData name="Baldwin, Jamie" userId="70272f86-5d87-4a57-8179-379ea57aa664" providerId="ADAL" clId="{7EA66AFC-D892-4FC4-853E-0D0F3D4FC8ED}" dt="2025-05-08T23:07:33.479" v="5673" actId="1076"/>
          <ac:spMkLst>
            <pc:docMk/>
            <pc:sldMk cId="914046267" sldId="312"/>
            <ac:spMk id="1226" creationId="{62E7F8B2-E465-192B-2FE3-5952E0F7514A}"/>
          </ac:spMkLst>
        </pc:spChg>
        <pc:spChg chg="mod">
          <ac:chgData name="Baldwin, Jamie" userId="70272f86-5d87-4a57-8179-379ea57aa664" providerId="ADAL" clId="{7EA66AFC-D892-4FC4-853E-0D0F3D4FC8ED}" dt="2025-05-08T23:51:33.726" v="5869" actId="1076"/>
          <ac:spMkLst>
            <pc:docMk/>
            <pc:sldMk cId="914046267" sldId="312"/>
            <ac:spMk id="1228" creationId="{6755CD39-3500-B13D-A886-B03D6E73004B}"/>
          </ac:spMkLst>
        </pc:spChg>
        <pc:spChg chg="mod">
          <ac:chgData name="Baldwin, Jamie" userId="70272f86-5d87-4a57-8179-379ea57aa664" providerId="ADAL" clId="{7EA66AFC-D892-4FC4-853E-0D0F3D4FC8ED}" dt="2025-05-08T23:04:29.458" v="5607" actId="1076"/>
          <ac:spMkLst>
            <pc:docMk/>
            <pc:sldMk cId="914046267" sldId="312"/>
            <ac:spMk id="1230" creationId="{729B7E08-96F9-4F48-B3F4-35BDB0AFF03D}"/>
          </ac:spMkLst>
        </pc:spChg>
        <pc:grpChg chg="mod">
          <ac:chgData name="Baldwin, Jamie" userId="70272f86-5d87-4a57-8179-379ea57aa664" providerId="ADAL" clId="{7EA66AFC-D892-4FC4-853E-0D0F3D4FC8ED}" dt="2025-05-08T23:12:12.771" v="5774" actId="1076"/>
          <ac:grpSpMkLst>
            <pc:docMk/>
            <pc:sldMk cId="914046267" sldId="312"/>
            <ac:grpSpMk id="1211" creationId="{07E0675B-80C8-3763-4ADD-9EA2A7E02E4D}"/>
          </ac:grpSpMkLst>
        </pc:grpChg>
        <pc:picChg chg="mod">
          <ac:chgData name="Baldwin, Jamie" userId="70272f86-5d87-4a57-8179-379ea57aa664" providerId="ADAL" clId="{7EA66AFC-D892-4FC4-853E-0D0F3D4FC8ED}" dt="2025-05-08T23:12:11.886" v="5772" actId="1076"/>
          <ac:picMkLst>
            <pc:docMk/>
            <pc:sldMk cId="914046267" sldId="312"/>
            <ac:picMk id="1239" creationId="{6DC21A91-DEFD-6D77-6A3F-25146821AEEF}"/>
          </ac:picMkLst>
        </pc:picChg>
      </pc:sldChg>
      <pc:sldMasterChg chg="delSldLayout">
        <pc:chgData name="Baldwin, Jamie" userId="70272f86-5d87-4a57-8179-379ea57aa664" providerId="ADAL" clId="{7EA66AFC-D892-4FC4-853E-0D0F3D4FC8ED}" dt="2025-05-09T03:05:00.954" v="10906" actId="47"/>
        <pc:sldMasterMkLst>
          <pc:docMk/>
          <pc:sldMasterMk cId="0" sldId="2147483670"/>
        </pc:sldMasterMkLst>
        <pc:sldLayoutChg chg="del">
          <pc:chgData name="Baldwin, Jamie" userId="70272f86-5d87-4a57-8179-379ea57aa664" providerId="ADAL" clId="{7EA66AFC-D892-4FC4-853E-0D0F3D4FC8ED}" dt="2025-05-09T03:05:00.954" v="10906" actId="47"/>
          <pc:sldLayoutMkLst>
            <pc:docMk/>
            <pc:sldMasterMk cId="0" sldId="2147483670"/>
            <pc:sldLayoutMk cId="0" sldId="2147483650"/>
          </pc:sldLayoutMkLst>
        </pc:sldLayoutChg>
        <pc:sldLayoutChg chg="del">
          <pc:chgData name="Baldwin, Jamie" userId="70272f86-5d87-4a57-8179-379ea57aa664" providerId="ADAL" clId="{7EA66AFC-D892-4FC4-853E-0D0F3D4FC8ED}" dt="2025-05-09T03:04:42.842" v="10885" actId="47"/>
          <pc:sldLayoutMkLst>
            <pc:docMk/>
            <pc:sldMasterMk cId="0" sldId="2147483670"/>
            <pc:sldLayoutMk cId="0" sldId="2147483651"/>
          </pc:sldLayoutMkLst>
        </pc:sldLayoutChg>
        <pc:sldLayoutChg chg="del">
          <pc:chgData name="Baldwin, Jamie" userId="70272f86-5d87-4a57-8179-379ea57aa664" providerId="ADAL" clId="{7EA66AFC-D892-4FC4-853E-0D0F3D4FC8ED}" dt="2025-05-09T03:04:45.273" v="10889" actId="47"/>
          <pc:sldLayoutMkLst>
            <pc:docMk/>
            <pc:sldMasterMk cId="0" sldId="2147483670"/>
            <pc:sldLayoutMk cId="0" sldId="2147483654"/>
          </pc:sldLayoutMkLst>
        </pc:sldLayoutChg>
        <pc:sldLayoutChg chg="del">
          <pc:chgData name="Baldwin, Jamie" userId="70272f86-5d87-4a57-8179-379ea57aa664" providerId="ADAL" clId="{7EA66AFC-D892-4FC4-853E-0D0F3D4FC8ED}" dt="2025-05-09T03:04:41.373" v="10883" actId="47"/>
          <pc:sldLayoutMkLst>
            <pc:docMk/>
            <pc:sldMasterMk cId="0" sldId="2147483670"/>
            <pc:sldLayoutMk cId="0" sldId="2147483655"/>
          </pc:sldLayoutMkLst>
        </pc:sldLayoutChg>
        <pc:sldLayoutChg chg="del">
          <pc:chgData name="Baldwin, Jamie" userId="70272f86-5d87-4a57-8179-379ea57aa664" providerId="ADAL" clId="{7EA66AFC-D892-4FC4-853E-0D0F3D4FC8ED}" dt="2025-05-09T03:04:44.571" v="10888" actId="47"/>
          <pc:sldLayoutMkLst>
            <pc:docMk/>
            <pc:sldMasterMk cId="0" sldId="2147483670"/>
            <pc:sldLayoutMk cId="0" sldId="2147483656"/>
          </pc:sldLayoutMkLst>
        </pc:sldLayoutChg>
        <pc:sldLayoutChg chg="del">
          <pc:chgData name="Baldwin, Jamie" userId="70272f86-5d87-4a57-8179-379ea57aa664" providerId="ADAL" clId="{7EA66AFC-D892-4FC4-853E-0D0F3D4FC8ED}" dt="2025-05-09T03:04:48.900" v="10895" actId="47"/>
          <pc:sldLayoutMkLst>
            <pc:docMk/>
            <pc:sldMasterMk cId="0" sldId="2147483670"/>
            <pc:sldLayoutMk cId="0" sldId="2147483657"/>
          </pc:sldLayoutMkLst>
        </pc:sldLayoutChg>
        <pc:sldLayoutChg chg="del">
          <pc:chgData name="Baldwin, Jamie" userId="70272f86-5d87-4a57-8179-379ea57aa664" providerId="ADAL" clId="{7EA66AFC-D892-4FC4-853E-0D0F3D4FC8ED}" dt="2025-05-09T03:04:53.718" v="10903" actId="47"/>
          <pc:sldLayoutMkLst>
            <pc:docMk/>
            <pc:sldMasterMk cId="0" sldId="2147483670"/>
            <pc:sldLayoutMk cId="0" sldId="2147483660"/>
          </pc:sldLayoutMkLst>
        </pc:sldLayoutChg>
        <pc:sldLayoutChg chg="del">
          <pc:chgData name="Baldwin, Jamie" userId="70272f86-5d87-4a57-8179-379ea57aa664" providerId="ADAL" clId="{7EA66AFC-D892-4FC4-853E-0D0F3D4FC8ED}" dt="2025-05-09T03:04:42.160" v="10884" actId="47"/>
          <pc:sldLayoutMkLst>
            <pc:docMk/>
            <pc:sldMasterMk cId="0" sldId="2147483670"/>
            <pc:sldLayoutMk cId="0" sldId="2147483661"/>
          </pc:sldLayoutMkLst>
        </pc:sldLayoutChg>
        <pc:sldLayoutChg chg="del">
          <pc:chgData name="Baldwin, Jamie" userId="70272f86-5d87-4a57-8179-379ea57aa664" providerId="ADAL" clId="{7EA66AFC-D892-4FC4-853E-0D0F3D4FC8ED}" dt="2025-05-09T03:04:43.408" v="10886" actId="47"/>
          <pc:sldLayoutMkLst>
            <pc:docMk/>
            <pc:sldMasterMk cId="0" sldId="2147483670"/>
            <pc:sldLayoutMk cId="0" sldId="2147483662"/>
          </pc:sldLayoutMkLst>
        </pc:sldLayoutChg>
        <pc:sldLayoutChg chg="del">
          <pc:chgData name="Baldwin, Jamie" userId="70272f86-5d87-4a57-8179-379ea57aa664" providerId="ADAL" clId="{7EA66AFC-D892-4FC4-853E-0D0F3D4FC8ED}" dt="2025-05-09T03:04:46.351" v="10891" actId="47"/>
          <pc:sldLayoutMkLst>
            <pc:docMk/>
            <pc:sldMasterMk cId="0" sldId="2147483670"/>
            <pc:sldLayoutMk cId="0" sldId="2147483663"/>
          </pc:sldLayoutMkLst>
        </pc:sldLayoutChg>
        <pc:sldLayoutChg chg="del">
          <pc:chgData name="Baldwin, Jamie" userId="70272f86-5d87-4a57-8179-379ea57aa664" providerId="ADAL" clId="{7EA66AFC-D892-4FC4-853E-0D0F3D4FC8ED}" dt="2025-05-09T03:04:52.376" v="10901" actId="47"/>
          <pc:sldLayoutMkLst>
            <pc:docMk/>
            <pc:sldMasterMk cId="0" sldId="2147483670"/>
            <pc:sldLayoutMk cId="0" sldId="2147483665"/>
          </pc:sldLayoutMkLst>
        </pc:sldLayoutChg>
        <pc:sldLayoutChg chg="del">
          <pc:chgData name="Baldwin, Jamie" userId="70272f86-5d87-4a57-8179-379ea57aa664" providerId="ADAL" clId="{7EA66AFC-D892-4FC4-853E-0D0F3D4FC8ED}" dt="2025-05-09T03:04:51.814" v="10900" actId="47"/>
          <pc:sldLayoutMkLst>
            <pc:docMk/>
            <pc:sldMasterMk cId="0" sldId="2147483670"/>
            <pc:sldLayoutMk cId="0" sldId="2147483666"/>
          </pc:sldLayoutMkLst>
        </pc:sldLayoutChg>
      </pc:sldMasterChg>
      <pc:sldMasterChg chg="del delSldLayout">
        <pc:chgData name="Baldwin, Jamie" userId="70272f86-5d87-4a57-8179-379ea57aa664" providerId="ADAL" clId="{7EA66AFC-D892-4FC4-853E-0D0F3D4FC8ED}" dt="2025-05-09T03:09:55.297" v="10985" actId="47"/>
        <pc:sldMasterMkLst>
          <pc:docMk/>
          <pc:sldMasterMk cId="0" sldId="2147483671"/>
        </pc:sldMasterMkLst>
        <pc:sldLayoutChg chg="del">
          <pc:chgData name="Baldwin, Jamie" userId="70272f86-5d87-4a57-8179-379ea57aa664" providerId="ADAL" clId="{7EA66AFC-D892-4FC4-853E-0D0F3D4FC8ED}" dt="2025-05-09T03:09:55.297" v="10985" actId="47"/>
          <pc:sldLayoutMkLst>
            <pc:docMk/>
            <pc:sldMasterMk cId="0" sldId="2147483671"/>
            <pc:sldLayoutMk cId="0" sldId="2147483669"/>
          </pc:sldLayoutMkLst>
        </pc:sldLayoutChg>
      </pc:sldMasterChg>
    </pc:docChg>
  </pc:docChgLst>
  <pc:docChgLst>
    <pc:chgData name="Baldwin, Jamie" userId="70272f86-5d87-4a57-8179-379ea57aa664" providerId="ADAL" clId="{36B52D0A-1EAC-A144-814B-F7E63363C174}"/>
    <pc:docChg chg="modSld">
      <pc:chgData name="Baldwin, Jamie" userId="70272f86-5d87-4a57-8179-379ea57aa664" providerId="ADAL" clId="{36B52D0A-1EAC-A144-814B-F7E63363C174}" dt="2025-05-12T13:52:42.299" v="21" actId="20577"/>
      <pc:docMkLst>
        <pc:docMk/>
      </pc:docMkLst>
      <pc:sldChg chg="modNotesTx">
        <pc:chgData name="Baldwin, Jamie" userId="70272f86-5d87-4a57-8179-379ea57aa664" providerId="ADAL" clId="{36B52D0A-1EAC-A144-814B-F7E63363C174}" dt="2025-05-12T13:52:42.299" v="21" actId="20577"/>
        <pc:sldMkLst>
          <pc:docMk/>
          <pc:sldMk cId="914046267" sldId="31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Good Morning, my name is of course Jamie, and my project focuses on Predicting Adult Autism Screening Outcomes Using Logistic Regression.</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b0dbcdf237_0_4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b0dbcdf237_0_4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first stop today is why should we even use data for autism screening?</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b17130de75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b17130de75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understand why this is an area of focus, first some background information is needed. Autism isn’t always caught in early childhood; unfortunately, sometimes autistic individuals fall through the cracks and live most if not all their adolescents without access to support or accommodations that they might need.</a:t>
            </a:r>
          </a:p>
          <a:p>
            <a:pPr marL="0" lvl="0" indent="0" algn="l" rtl="0">
              <a:spcBef>
                <a:spcPts val="0"/>
              </a:spcBef>
              <a:spcAft>
                <a:spcPts val="0"/>
              </a:spcAft>
              <a:buNone/>
            </a:pPr>
            <a:r>
              <a:rPr lang="en-US" dirty="0"/>
              <a:t>To which the individual might seek out assessments and diagnosis in adulthood. Where they learn how time consuming and expensive it can be. With waitlists being a minimum of 5 to 6 months, assessments taking up to 5 hours (split up of course), and average costs being between $1,500 to $3,000 dollars out of pocket.</a:t>
            </a:r>
          </a:p>
          <a:p>
            <a:pPr marL="0" lvl="0" indent="0" algn="l" rtl="0">
              <a:spcBef>
                <a:spcPts val="0"/>
              </a:spcBef>
              <a:spcAft>
                <a:spcPts val="0"/>
              </a:spcAft>
              <a:buNone/>
            </a:pPr>
            <a:r>
              <a:rPr lang="en-US" dirty="0"/>
              <a:t>The goal of this project and why using data can be impactful is to help make the screening process more fluid for both patients and clinicians.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a:extLst>
            <a:ext uri="{FF2B5EF4-FFF2-40B4-BE49-F238E27FC236}">
              <a16:creationId xmlns:a16="http://schemas.microsoft.com/office/drawing/2014/main" id="{F2A53396-C6CE-3ABA-3D9F-93CF02AB2AB2}"/>
            </a:ext>
          </a:extLst>
        </p:cNvPr>
        <p:cNvGrpSpPr/>
        <p:nvPr/>
      </p:nvGrpSpPr>
      <p:grpSpPr>
        <a:xfrm>
          <a:off x="0" y="0"/>
          <a:ext cx="0" cy="0"/>
          <a:chOff x="0" y="0"/>
          <a:chExt cx="0" cy="0"/>
        </a:xfrm>
      </p:grpSpPr>
      <p:sp>
        <p:nvSpPr>
          <p:cNvPr id="629" name="Google Shape;629;gb17130de75_0_162:notes">
            <a:extLst>
              <a:ext uri="{FF2B5EF4-FFF2-40B4-BE49-F238E27FC236}">
                <a16:creationId xmlns:a16="http://schemas.microsoft.com/office/drawing/2014/main" id="{6013345B-4F34-1B2D-A04E-8871FD6179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b17130de75_0_162:notes">
            <a:extLst>
              <a:ext uri="{FF2B5EF4-FFF2-40B4-BE49-F238E27FC236}">
                <a16:creationId xmlns:a16="http://schemas.microsoft.com/office/drawing/2014/main" id="{C4DF752C-9E67-E170-41D1-32138C577B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Autism Spectrum Quotient – 10 or AQ-10 for short is the survey that was used for the collection of this data, it is a shortened version of the original 50 item inventory. It has 10 questions hence the 10 in the name. Ranging from questions like “If there is an interruption, I can switch back to what I was doing very quickly,” to ,”I find it difficult to work out people’s intentions.” To which the respondent will agree or disagree on different levels to each question. Depending on if the respondent agrees or disagree determines if they score a 1 or 0. The pattern does change so feel free to reach out to me after if you’re interested to learn more. The threshold for the respondent to potentially be autistic is a score of 6 or higher, with about 80% of autistic individuals scoring a said 6 or higher.</a:t>
            </a:r>
            <a:endParaRPr dirty="0"/>
          </a:p>
        </p:txBody>
      </p:sp>
    </p:spTree>
    <p:extLst>
      <p:ext uri="{BB962C8B-B14F-4D97-AF65-F5344CB8AC3E}">
        <p14:creationId xmlns:p14="http://schemas.microsoft.com/office/powerpoint/2010/main" val="3510171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b17130de75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9" name="Google Shape;609;gb17130de75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a:extLst>
            <a:ext uri="{FF2B5EF4-FFF2-40B4-BE49-F238E27FC236}">
              <a16:creationId xmlns:a16="http://schemas.microsoft.com/office/drawing/2014/main" id="{FE3FE1E3-951C-19DA-19F7-181BA317567F}"/>
            </a:ext>
          </a:extLst>
        </p:cNvPr>
        <p:cNvGrpSpPr/>
        <p:nvPr/>
      </p:nvGrpSpPr>
      <p:grpSpPr>
        <a:xfrm>
          <a:off x="0" y="0"/>
          <a:ext cx="0" cy="0"/>
          <a:chOff x="0" y="0"/>
          <a:chExt cx="0" cy="0"/>
        </a:xfrm>
      </p:grpSpPr>
      <p:sp>
        <p:nvSpPr>
          <p:cNvPr id="490" name="Google Shape;490;gb17130de75_0_155:notes">
            <a:extLst>
              <a:ext uri="{FF2B5EF4-FFF2-40B4-BE49-F238E27FC236}">
                <a16:creationId xmlns:a16="http://schemas.microsoft.com/office/drawing/2014/main" id="{25C84276-4D66-E799-9B33-5346C84BCC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b17130de75_0_155:notes">
            <a:extLst>
              <a:ext uri="{FF2B5EF4-FFF2-40B4-BE49-F238E27FC236}">
                <a16:creationId xmlns:a16="http://schemas.microsoft.com/office/drawing/2014/main" id="{0C32CD35-4F96-1A99-01C8-91DAD0B8FB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Before we dive into modeling we should discuss the data. The dataset used for this project is essentially microscopic when compared to what we want to work with. With only 704 entries and 21 starting variables, extensive EDA was performed. After exploring each variable it was determined that we were to keep a total of 18 variables for modeling due to either no variance, strong multicollinearity, or it not being helpful to the models. The pictured graph is comparing the classification given by the AQ-10 and true diagnosis results of the subjects. We can see that there are similar proportions, it depicts what is already known that surveys are not perfect and not meant to diagnose but this shows promise in catching adults whom should be evaluated. Imputation and data correction did occur before any modeling was done. Up-sampling was later performed in some models due to the class imbalance.</a:t>
            </a:r>
            <a:endParaRPr dirty="0"/>
          </a:p>
        </p:txBody>
      </p:sp>
    </p:spTree>
    <p:extLst>
      <p:ext uri="{BB962C8B-B14F-4D97-AF65-F5344CB8AC3E}">
        <p14:creationId xmlns:p14="http://schemas.microsoft.com/office/powerpoint/2010/main" val="1944244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a:extLst>
            <a:ext uri="{FF2B5EF4-FFF2-40B4-BE49-F238E27FC236}">
              <a16:creationId xmlns:a16="http://schemas.microsoft.com/office/drawing/2014/main" id="{958CA8FA-3549-23BF-C6D6-D173F30222F9}"/>
            </a:ext>
          </a:extLst>
        </p:cNvPr>
        <p:cNvGrpSpPr/>
        <p:nvPr/>
      </p:nvGrpSpPr>
      <p:grpSpPr>
        <a:xfrm>
          <a:off x="0" y="0"/>
          <a:ext cx="0" cy="0"/>
          <a:chOff x="0" y="0"/>
          <a:chExt cx="0" cy="0"/>
        </a:xfrm>
      </p:grpSpPr>
      <p:sp>
        <p:nvSpPr>
          <p:cNvPr id="1204" name="Google Shape;1204;gb17130de75_0_821:notes">
            <a:extLst>
              <a:ext uri="{FF2B5EF4-FFF2-40B4-BE49-F238E27FC236}">
                <a16:creationId xmlns:a16="http://schemas.microsoft.com/office/drawing/2014/main" id="{668B204F-61C1-D207-8AC7-4415DCF715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5" name="Google Shape;1205;gb17130de75_0_821:notes">
            <a:extLst>
              <a:ext uri="{FF2B5EF4-FFF2-40B4-BE49-F238E27FC236}">
                <a16:creationId xmlns:a16="http://schemas.microsoft.com/office/drawing/2014/main" id="{2082D3BA-0566-2914-FA59-4395E4297D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Four models were built, the base model used standard logistic regression with dummy encoding. The Elastic Net model adds upon the base model by adding regularization and the use of up-sampling. Custom Model 1 adds upon the base model by adding 2 interaction terms and with up-sampling. Finally, Custom Model 2 adds upon CM1 by adding elastic net regularization.</a:t>
            </a:r>
          </a:p>
          <a:p>
            <a:pPr marL="0" lvl="0" indent="0" algn="l" rtl="0">
              <a:spcBef>
                <a:spcPts val="0"/>
              </a:spcBef>
              <a:spcAft>
                <a:spcPts val="0"/>
              </a:spcAft>
              <a:buNone/>
            </a:pPr>
            <a:r>
              <a:rPr lang="en-US" dirty="0"/>
              <a:t>All models applied resampling with repeated 10-fold CV, with 5 repeats for generalizability and for evaluation all models used Accuracy, AUC, Sensitivity, Specificity, Kappa, and Brier score.</a:t>
            </a:r>
            <a:endParaRPr dirty="0"/>
          </a:p>
        </p:txBody>
      </p:sp>
    </p:spTree>
    <p:extLst>
      <p:ext uri="{BB962C8B-B14F-4D97-AF65-F5344CB8AC3E}">
        <p14:creationId xmlns:p14="http://schemas.microsoft.com/office/powerpoint/2010/main" val="3455307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b17130de75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b17130de75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b17130de75_0_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3" name="Google Shape;813;gb17130de75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table displays our model metrics. At first we see our BM has an accuracy of nearly 85% but then we see that our sensitivity and specificity are heavily imbalanced indicating that while the model is good at identifying individuals with allistic it struggles to correctly classify autistic individuals. This is most likely due to the class imbalance and because we did no up-sampling in this model.</a:t>
            </a:r>
          </a:p>
          <a:p>
            <a:pPr marL="0" lvl="0" indent="0" algn="l" rtl="0">
              <a:spcBef>
                <a:spcPts val="0"/>
              </a:spcBef>
              <a:spcAft>
                <a:spcPts val="0"/>
              </a:spcAft>
              <a:buNone/>
            </a:pPr>
            <a:r>
              <a:rPr lang="en-US" dirty="0"/>
              <a:t>Moving on, we see that even though CM1 has the higher accuracy of the next 3 models it’s not as balanced in terms of its specificity and sensitivity as we would like. This leaves the ENM and CM2 having the most potential.</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4"/>
        <p:cNvGrpSpPr/>
        <p:nvPr/>
      </p:nvGrpSpPr>
      <p:grpSpPr>
        <a:xfrm>
          <a:off x="0" y="0"/>
          <a:ext cx="0" cy="0"/>
          <a:chOff x="0" y="0"/>
          <a:chExt cx="0" cy="0"/>
        </a:xfrm>
      </p:grpSpPr>
      <p:sp>
        <p:nvSpPr>
          <p:cNvPr id="1245" name="Google Shape;1245;gb17130de75_0_8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6" name="Google Shape;1246;gb17130de75_0_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a:extLst>
            <a:ext uri="{FF2B5EF4-FFF2-40B4-BE49-F238E27FC236}">
              <a16:creationId xmlns:a16="http://schemas.microsoft.com/office/drawing/2014/main" id="{CAC0F07B-0FEF-5ACF-0BF4-D88753639861}"/>
            </a:ext>
          </a:extLst>
        </p:cNvPr>
        <p:cNvGrpSpPr/>
        <p:nvPr/>
      </p:nvGrpSpPr>
      <p:grpSpPr>
        <a:xfrm>
          <a:off x="0" y="0"/>
          <a:ext cx="0" cy="0"/>
          <a:chOff x="0" y="0"/>
          <a:chExt cx="0" cy="0"/>
        </a:xfrm>
      </p:grpSpPr>
      <p:sp>
        <p:nvSpPr>
          <p:cNvPr id="490" name="Google Shape;490;gb17130de75_0_155:notes">
            <a:extLst>
              <a:ext uri="{FF2B5EF4-FFF2-40B4-BE49-F238E27FC236}">
                <a16:creationId xmlns:a16="http://schemas.microsoft.com/office/drawing/2014/main" id="{F8A8BAB3-EDEE-DA58-D527-939D3FD453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b17130de75_0_155:notes">
            <a:extLst>
              <a:ext uri="{FF2B5EF4-FFF2-40B4-BE49-F238E27FC236}">
                <a16:creationId xmlns:a16="http://schemas.microsoft.com/office/drawing/2014/main" id="{2BBC8997-47B7-0FCF-9142-5056293CB8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top competing models were the EN Model and CM2, even though the EN Model had a more balanced sensitivity and specificity the majority of the model metrics for CM2 were better. In addition to that the 2 strongest predictors for custom model 2 were a survey question and the interaction term of gender and neonatal jaundice. This makes it more significant than the Elastic Net Model because it indicates the model focuses on variables that have been researched to be statistically associated with autism rather than one of the two strongest predictors being demographic data (country of residence, Sweden) for the Elastic Net Model, which doesn’t have nearly as much research behind to support this variable being more important.</a:t>
            </a:r>
          </a:p>
          <a:p>
            <a:pPr marL="0" lvl="0" indent="0" algn="l" rtl="0">
              <a:spcBef>
                <a:spcPts val="0"/>
              </a:spcBef>
              <a:spcAft>
                <a:spcPts val="0"/>
              </a:spcAft>
              <a:buNone/>
            </a:pPr>
            <a:r>
              <a:rPr lang="en-US" dirty="0"/>
              <a:t>Limitations include the data set being so small and thus there may be issues with the up-sampling potentially causing over-fitting, the most important variables are “self-reported” and thus perchance biased. Overall, more research and data collection on autism needs to occur to create a more accurate and generalizable model.</a:t>
            </a:r>
          </a:p>
          <a:p>
            <a:pPr marL="0" lvl="0" indent="0" algn="l" rtl="0">
              <a:spcBef>
                <a:spcPts val="0"/>
              </a:spcBef>
              <a:spcAft>
                <a:spcPts val="0"/>
              </a:spcAft>
              <a:buNone/>
            </a:pPr>
            <a:r>
              <a:rPr lang="en-US" dirty="0"/>
              <a:t>An obvious suggestion is the gain a bigger dataset but another idea may be to create a dataset that includes ad </a:t>
            </a:r>
            <a:r>
              <a:rPr lang="en-US" dirty="0" err="1"/>
              <a:t>ditional</a:t>
            </a:r>
            <a:r>
              <a:rPr lang="en-US" dirty="0"/>
              <a:t> professional screening survey data to be able to create a more expansive list of variables to better capture potential autistic traits.</a:t>
            </a:r>
            <a:endParaRPr dirty="0"/>
          </a:p>
        </p:txBody>
      </p:sp>
    </p:spTree>
    <p:extLst>
      <p:ext uri="{BB962C8B-B14F-4D97-AF65-F5344CB8AC3E}">
        <p14:creationId xmlns:p14="http://schemas.microsoft.com/office/powerpoint/2010/main" val="1713181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b17130de75_0_10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5" name="Google Shape;1455;gb17130de75_0_10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None/>
            </a:pPr>
            <a:r>
              <a:rPr lang="en-US" b="0" i="0" dirty="0">
                <a:solidFill>
                  <a:srgbClr val="273540"/>
                </a:solidFill>
                <a:effectLst/>
                <a:latin typeface="LatoWeb"/>
              </a:rPr>
              <a:t>Presentation Comments (Me):</a:t>
            </a:r>
          </a:p>
          <a:p>
            <a:pPr algn="l">
              <a:buNone/>
            </a:pPr>
            <a:r>
              <a:rPr lang="en-US" b="0" i="0" dirty="0">
                <a:solidFill>
                  <a:srgbClr val="273540"/>
                </a:solidFill>
                <a:effectLst/>
                <a:latin typeface="LatoWeb"/>
              </a:rPr>
              <a:t>add slide number; good design; good energy, eye contact, and volume - just move around the room more; how many continuous predictors, and did you try splines?; calibration/predicted probs?; on conclusion slide, rather than say CM2, remind the audience what that actually was; </a:t>
            </a:r>
          </a:p>
          <a:p>
            <a:pPr algn="l">
              <a:buNone/>
            </a:pPr>
            <a:r>
              <a:rPr lang="en-US" b="0" i="0" dirty="0">
                <a:solidFill>
                  <a:srgbClr val="273540"/>
                </a:solidFill>
                <a:effectLst/>
                <a:latin typeface="LatoWeb"/>
              </a:rPr>
              <a:t>Presentation Comments (Peer):</a:t>
            </a:r>
          </a:p>
          <a:p>
            <a:pPr>
              <a:buNone/>
            </a:pPr>
            <a:r>
              <a:rPr lang="en-US" dirty="0">
                <a:effectLst/>
              </a:rPr>
              <a:t>nice </a:t>
            </a:r>
            <a:r>
              <a:rPr lang="en-US" dirty="0" err="1">
                <a:effectLst/>
              </a:rPr>
              <a:t>enegryi</a:t>
            </a:r>
            <a:r>
              <a:rPr lang="en-US" dirty="0">
                <a:effectLst/>
              </a:rPr>
              <a:t> liked </a:t>
            </a:r>
            <a:r>
              <a:rPr lang="en-US" dirty="0" err="1">
                <a:effectLst/>
              </a:rPr>
              <a:t>itI</a:t>
            </a:r>
            <a:r>
              <a:rPr lang="en-US" dirty="0">
                <a:effectLst/>
              </a:rPr>
              <a:t> like how there was a clear structure to the entire presentation. She spoke clearly, the analysis made sense and was well-tailored to her data, especially EDA and adjusting to the smaller </a:t>
            </a:r>
            <a:r>
              <a:rPr lang="en-US" dirty="0" err="1">
                <a:effectLst/>
              </a:rPr>
              <a:t>datasetMake</a:t>
            </a:r>
            <a:r>
              <a:rPr lang="en-US" dirty="0">
                <a:effectLst/>
              </a:rPr>
              <a:t> the visuals easier to look at or read. everything else was </a:t>
            </a:r>
            <a:r>
              <a:rPr lang="en-US" dirty="0" err="1">
                <a:effectLst/>
              </a:rPr>
              <a:t>greatVery</a:t>
            </a:r>
            <a:r>
              <a:rPr lang="en-US" dirty="0">
                <a:effectLst/>
              </a:rPr>
              <a:t> interesting topic and good organize, and tried to communicated with audience It was a little fast speech but due to had limit of time it's understandable Adding custom models based on domain is </a:t>
            </a:r>
            <a:r>
              <a:rPr lang="en-US" dirty="0" err="1">
                <a:effectLst/>
              </a:rPr>
              <a:t>meaningfulVisualization</a:t>
            </a:r>
            <a:r>
              <a:rPr lang="en-US" dirty="0">
                <a:effectLst/>
              </a:rPr>
              <a:t> of ROC curves for models would've been </a:t>
            </a:r>
            <a:r>
              <a:rPr lang="en-US" dirty="0" err="1">
                <a:effectLst/>
              </a:rPr>
              <a:t>helpfulVery</a:t>
            </a:r>
            <a:r>
              <a:rPr lang="en-US" dirty="0">
                <a:effectLst/>
              </a:rPr>
              <a:t> well organized presentation, if I were to go back to these slides afterwards, I know I would easily be able to locate and remember where certain information </a:t>
            </a:r>
            <a:r>
              <a:rPr lang="en-US" dirty="0" err="1">
                <a:effectLst/>
              </a:rPr>
              <a:t>is.Though</a:t>
            </a:r>
            <a:r>
              <a:rPr lang="en-US" dirty="0">
                <a:effectLst/>
              </a:rPr>
              <a:t> it was very well organized, to me, the format and templete of the presentation was a little busy, but I do not think this is a huge </a:t>
            </a:r>
            <a:r>
              <a:rPr lang="en-US" dirty="0" err="1">
                <a:effectLst/>
              </a:rPr>
              <a:t>problem.Great</a:t>
            </a:r>
            <a:r>
              <a:rPr lang="en-US" dirty="0">
                <a:effectLst/>
              </a:rPr>
              <a:t> organization, and very clear speaking, told your story very well. Maybe add more visuals where you can but overall great </a:t>
            </a:r>
            <a:r>
              <a:rPr lang="en-US" dirty="0" err="1">
                <a:effectLst/>
              </a:rPr>
              <a:t>job!The</a:t>
            </a:r>
            <a:r>
              <a:rPr lang="en-US" dirty="0">
                <a:effectLst/>
              </a:rPr>
              <a:t> organization of the presentation is very good. The power point is very well designed, and the flow of the presentation is very good. I'm very impressive at how well she explained the topic because it seems like it is a very hard topic to get fully </a:t>
            </a:r>
            <a:r>
              <a:rPr lang="en-US" dirty="0" err="1">
                <a:effectLst/>
              </a:rPr>
              <a:t>explained.I</a:t>
            </a:r>
            <a:r>
              <a:rPr lang="en-US" dirty="0">
                <a:effectLst/>
              </a:rPr>
              <a:t> think I would like to keep the original name of the models because by the time she is going through the metrics, I already forget what custom model 2 stands for. Good job not reading off the slides too </a:t>
            </a:r>
            <a:r>
              <a:rPr lang="en-US" dirty="0" err="1">
                <a:effectLst/>
              </a:rPr>
              <a:t>much.Could</a:t>
            </a:r>
            <a:r>
              <a:rPr lang="en-US" dirty="0">
                <a:effectLst/>
              </a:rPr>
              <a:t> have mentioned some future possible analysis based on the </a:t>
            </a:r>
            <a:r>
              <a:rPr lang="en-US" dirty="0" err="1">
                <a:effectLst/>
              </a:rPr>
              <a:t>limitations.Jamie</a:t>
            </a:r>
            <a:r>
              <a:rPr lang="en-US" dirty="0">
                <a:effectLst/>
              </a:rPr>
              <a:t> was very well-rehearsed and clear in her presentation style. I also really love the theme of her </a:t>
            </a:r>
            <a:r>
              <a:rPr lang="en-US" dirty="0" err="1">
                <a:effectLst/>
              </a:rPr>
              <a:t>slides.I</a:t>
            </a:r>
            <a:r>
              <a:rPr lang="en-US" dirty="0">
                <a:effectLst/>
              </a:rPr>
              <a:t> don't think there were enough model performance plots included to provide a visual representation for the </a:t>
            </a:r>
            <a:r>
              <a:rPr lang="en-US" dirty="0" err="1">
                <a:effectLst/>
              </a:rPr>
              <a:t>audience.Very</a:t>
            </a:r>
            <a:r>
              <a:rPr lang="en-US" dirty="0">
                <a:effectLst/>
              </a:rPr>
              <a:t> nice </a:t>
            </a:r>
            <a:r>
              <a:rPr lang="en-US" dirty="0" err="1">
                <a:effectLst/>
              </a:rPr>
              <a:t>slidesCould</a:t>
            </a:r>
            <a:r>
              <a:rPr lang="en-US" dirty="0">
                <a:effectLst/>
              </a:rPr>
              <a:t> be more specific about the modeling </a:t>
            </a:r>
            <a:r>
              <a:rPr lang="en-US" dirty="0" err="1">
                <a:effectLst/>
              </a:rPr>
              <a:t>methodsi</a:t>
            </a:r>
            <a:r>
              <a:rPr lang="en-US" dirty="0">
                <a:effectLst/>
              </a:rPr>
              <a:t> really like the slide layout. kept me engaged very well. Hard to find a negative, but the slides do have lots of text, so maybe less clutter on the slides. Cute slides, nice flow. Great organization and was easy to follow. Love the </a:t>
            </a:r>
            <a:r>
              <a:rPr lang="en-US" dirty="0" err="1">
                <a:effectLst/>
              </a:rPr>
              <a:t>topic.Might</a:t>
            </a:r>
            <a:r>
              <a:rPr lang="en-US" dirty="0">
                <a:effectLst/>
              </a:rPr>
              <a:t> just be me but I lost track of how you come up with the custom model.. Would love to hear more on the decision </a:t>
            </a:r>
            <a:r>
              <a:rPr lang="en-US" dirty="0" err="1">
                <a:effectLst/>
              </a:rPr>
              <a:t>processAlmost</a:t>
            </a:r>
            <a:r>
              <a:rPr lang="en-US" dirty="0">
                <a:effectLst/>
              </a:rPr>
              <a:t> a 10/10. Slides were very easy to follow and organized. Presentation skills showed a very good mastery of the </a:t>
            </a:r>
            <a:r>
              <a:rPr lang="en-US" dirty="0" err="1">
                <a:effectLst/>
              </a:rPr>
              <a:t>subject.The</a:t>
            </a:r>
            <a:r>
              <a:rPr lang="en-US" dirty="0">
                <a:effectLst/>
              </a:rPr>
              <a:t> only critique was I would have liked to see more </a:t>
            </a:r>
            <a:r>
              <a:rPr lang="en-US" dirty="0" err="1">
                <a:effectLst/>
              </a:rPr>
              <a:t>plots.The</a:t>
            </a:r>
            <a:r>
              <a:rPr lang="en-US" dirty="0">
                <a:effectLst/>
              </a:rPr>
              <a:t> presentation was very well organized and the presenter spoke </a:t>
            </a:r>
            <a:r>
              <a:rPr lang="en-US" dirty="0" err="1">
                <a:effectLst/>
              </a:rPr>
              <a:t>clearly.The</a:t>
            </a:r>
            <a:r>
              <a:rPr lang="en-US" dirty="0">
                <a:effectLst/>
              </a:rPr>
              <a:t> visuals, while mostly clear, could have been more </a:t>
            </a:r>
            <a:r>
              <a:rPr lang="en-US" dirty="0" err="1">
                <a:effectLst/>
              </a:rPr>
              <a:t>professional.Very</a:t>
            </a:r>
            <a:r>
              <a:rPr lang="en-US" dirty="0">
                <a:effectLst/>
              </a:rPr>
              <a:t> good, knowledge on the topic, visually very good, very good on time. Definitely nervous, but recovered well. Could have more plots. The presentation was really good and really easy to follow. It had good visuals and flowed </a:t>
            </a:r>
            <a:r>
              <a:rPr lang="en-US" dirty="0" err="1">
                <a:effectLst/>
              </a:rPr>
              <a:t>wellInclude</a:t>
            </a:r>
            <a:r>
              <a:rPr lang="en-US" dirty="0">
                <a:effectLst/>
              </a:rPr>
              <a:t> some more variable importance and interpretation maybe? it was a good </a:t>
            </a:r>
            <a:r>
              <a:rPr lang="en-US" dirty="0" err="1">
                <a:effectLst/>
              </a:rPr>
              <a:t>presentationLove</a:t>
            </a:r>
            <a:r>
              <a:rPr lang="en-US" dirty="0">
                <a:effectLst/>
              </a:rPr>
              <a:t> the visuals. Simple and easy to follow. Maybe talked about why </a:t>
            </a:r>
            <a:r>
              <a:rPr lang="en-US" dirty="0" err="1">
                <a:effectLst/>
              </a:rPr>
              <a:t>upsampling</a:t>
            </a:r>
            <a:r>
              <a:rPr lang="en-US" dirty="0">
                <a:effectLst/>
              </a:rPr>
              <a:t> was done and not </a:t>
            </a:r>
            <a:r>
              <a:rPr lang="en-US" dirty="0" err="1">
                <a:effectLst/>
              </a:rPr>
              <a:t>downsampling</a:t>
            </a:r>
            <a:r>
              <a:rPr lang="en-US" dirty="0">
                <a:effectLst/>
              </a:rPr>
              <a:t> or smote? but </a:t>
            </a:r>
            <a:r>
              <a:rPr lang="en-US" dirty="0" err="1">
                <a:effectLst/>
              </a:rPr>
              <a:t>i</a:t>
            </a:r>
            <a:r>
              <a:rPr lang="en-US" dirty="0">
                <a:effectLst/>
              </a:rPr>
              <a:t> can understand that she might have had to cut somethings for </a:t>
            </a:r>
            <a:r>
              <a:rPr lang="en-US" dirty="0" err="1">
                <a:effectLst/>
              </a:rPr>
              <a:t>time.Spoke</a:t>
            </a:r>
            <a:r>
              <a:rPr lang="en-US" dirty="0">
                <a:effectLst/>
              </a:rPr>
              <a:t> really well, and at a good pace in order to understand what was being </a:t>
            </a:r>
            <a:r>
              <a:rPr lang="en-US" dirty="0" err="1">
                <a:effectLst/>
              </a:rPr>
              <a:t>saidIt</a:t>
            </a:r>
            <a:r>
              <a:rPr lang="en-US" dirty="0">
                <a:effectLst/>
              </a:rPr>
              <a:t> would be interesting to see more about the additional models </a:t>
            </a:r>
            <a:r>
              <a:rPr lang="en-US" dirty="0" err="1">
                <a:effectLst/>
              </a:rPr>
              <a:t>createdThe</a:t>
            </a:r>
            <a:r>
              <a:rPr lang="en-US" dirty="0">
                <a:effectLst/>
              </a:rPr>
              <a:t> presentation was visually appealing and </a:t>
            </a:r>
            <a:r>
              <a:rPr lang="en-US" dirty="0" err="1">
                <a:effectLst/>
              </a:rPr>
              <a:t>colorful.More</a:t>
            </a:r>
            <a:r>
              <a:rPr lang="en-US">
                <a:effectLst/>
              </a:rPr>
              <a:t> information on how they collected the data could be useful.</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slide" Target="../slides/slide5.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slide" Target="../slides/slide5.xml"/></Relationships>
</file>

<file path=ppt/slideLayouts/_rels/slideLayout4.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slide" Target="../slides/slide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slide" Target="../slides/slide5.xml"/></Relationships>
</file>

<file path=ppt/slideLayouts/_rels/slideLayout7.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slide" Target="../slides/slide5.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hyperlink" Target="http://bit.ly/2TtBDfr"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yoMsr" TargetMode="External"/><Relationship Id="rId5" Type="http://schemas.openxmlformats.org/officeDocument/2006/relationships/hyperlink" Target="http://bit.ly/2Tynxth" TargetMode="External"/><Relationship Id="rId4" Type="http://schemas.openxmlformats.org/officeDocument/2006/relationships/slide" Target="../slides/slide5.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446" y="0"/>
            <a:ext cx="9143111" cy="5143502"/>
          </a:xfrm>
          <a:prstGeom prst="rect">
            <a:avLst/>
          </a:prstGeom>
          <a:noFill/>
          <a:ln>
            <a:noFill/>
          </a:ln>
        </p:spPr>
      </p:pic>
      <p:grpSp>
        <p:nvGrpSpPr>
          <p:cNvPr id="10" name="Google Shape;10;p2"/>
          <p:cNvGrpSpPr/>
          <p:nvPr/>
        </p:nvGrpSpPr>
        <p:grpSpPr>
          <a:xfrm>
            <a:off x="1185100" y="540000"/>
            <a:ext cx="6773700" cy="4063500"/>
            <a:chOff x="1185100" y="540000"/>
            <a:chExt cx="6773700" cy="4063500"/>
          </a:xfrm>
        </p:grpSpPr>
        <p:sp>
          <p:nvSpPr>
            <p:cNvPr id="11" name="Google Shape;11;p2"/>
            <p:cNvSpPr/>
            <p:nvPr/>
          </p:nvSpPr>
          <p:spPr>
            <a:xfrm>
              <a:off x="1185100" y="996900"/>
              <a:ext cx="6773700" cy="3606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185100" y="540000"/>
              <a:ext cx="67737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470700" y="540000"/>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1649106" y="1225500"/>
            <a:ext cx="5845800" cy="2052600"/>
          </a:xfrm>
          <a:prstGeom prst="rect">
            <a:avLst/>
          </a:prstGeom>
        </p:spPr>
        <p:txBody>
          <a:bodyPr spcFirstLastPara="1" wrap="square" lIns="0" tIns="0" rIns="0" bIns="0" anchor="ctr"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649100" y="3025314"/>
            <a:ext cx="5845800" cy="5817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pic>
        <p:nvPicPr>
          <p:cNvPr id="17" name="Google Shape;17;p3"/>
          <p:cNvPicPr preferRelativeResize="0"/>
          <p:nvPr/>
        </p:nvPicPr>
        <p:blipFill rotWithShape="1">
          <a:blip r:embed="rId2">
            <a:alphaModFix/>
          </a:blip>
          <a:srcRect/>
          <a:stretch/>
        </p:blipFill>
        <p:spPr>
          <a:xfrm>
            <a:off x="446" y="0"/>
            <a:ext cx="9143111" cy="5143502"/>
          </a:xfrm>
          <a:prstGeom prst="rect">
            <a:avLst/>
          </a:prstGeom>
          <a:noFill/>
          <a:ln>
            <a:noFill/>
          </a:ln>
        </p:spPr>
      </p:pic>
      <p:grpSp>
        <p:nvGrpSpPr>
          <p:cNvPr id="18" name="Google Shape;18;p3"/>
          <p:cNvGrpSpPr/>
          <p:nvPr/>
        </p:nvGrpSpPr>
        <p:grpSpPr>
          <a:xfrm>
            <a:off x="1411050" y="379256"/>
            <a:ext cx="6981000" cy="4385069"/>
            <a:chOff x="1411050" y="379256"/>
            <a:chExt cx="6981000" cy="4385069"/>
          </a:xfrm>
        </p:grpSpPr>
        <p:sp>
          <p:nvSpPr>
            <p:cNvPr id="19" name="Google Shape;19;p3"/>
            <p:cNvSpPr/>
            <p:nvPr/>
          </p:nvSpPr>
          <p:spPr>
            <a:xfrm flipH="1">
              <a:off x="5454429" y="379256"/>
              <a:ext cx="2489700" cy="1196400"/>
            </a:xfrm>
            <a:prstGeom prst="roundRect">
              <a:avLst>
                <a:gd name="adj" fmla="val 0"/>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flipH="1">
              <a:off x="1411050" y="829825"/>
              <a:ext cx="6981000" cy="39345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2570850" y="2366563"/>
            <a:ext cx="4661400" cy="762300"/>
          </a:xfrm>
          <a:prstGeom prst="rect">
            <a:avLst/>
          </a:prstGeom>
        </p:spPr>
        <p:txBody>
          <a:bodyPr spcFirstLastPara="1" wrap="square" lIns="0" tIns="0" rIns="0" bIns="0" anchor="ctr" anchorCtr="0">
            <a:noAutofit/>
          </a:bodyPr>
          <a:lstStyle>
            <a:lvl1pPr lvl="0" algn="ctr" rtl="0">
              <a:spcBef>
                <a:spcPts val="0"/>
              </a:spcBef>
              <a:spcAft>
                <a:spcPts val="0"/>
              </a:spcAft>
              <a:buSzPts val="4200"/>
              <a:buNone/>
              <a:defRPr sz="46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2" name="Google Shape;22;p3"/>
          <p:cNvSpPr txBox="1">
            <a:spLocks noGrp="1"/>
          </p:cNvSpPr>
          <p:nvPr>
            <p:ph type="subTitle" idx="1"/>
          </p:nvPr>
        </p:nvSpPr>
        <p:spPr>
          <a:xfrm>
            <a:off x="3159975" y="3992000"/>
            <a:ext cx="3483000" cy="7014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2100"/>
              <a:buNone/>
              <a:defRPr sz="20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3" name="Google Shape;23;p3"/>
          <p:cNvSpPr txBox="1">
            <a:spLocks noGrp="1"/>
          </p:cNvSpPr>
          <p:nvPr>
            <p:ph type="title" idx="2" hasCustomPrompt="1"/>
          </p:nvPr>
        </p:nvSpPr>
        <p:spPr>
          <a:xfrm>
            <a:off x="4244000" y="1256362"/>
            <a:ext cx="1299000" cy="1065600"/>
          </a:xfrm>
          <a:prstGeom prst="rect">
            <a:avLst/>
          </a:prstGeom>
        </p:spPr>
        <p:txBody>
          <a:bodyPr spcFirstLastPara="1" wrap="square" lIns="0" tIns="0" rIns="0" bIns="0" anchor="ctr" anchorCtr="0">
            <a:noAutofit/>
          </a:bodyPr>
          <a:lstStyle>
            <a:lvl1pPr lvl="0" algn="ctr" rtl="0">
              <a:spcBef>
                <a:spcPts val="0"/>
              </a:spcBef>
              <a:spcAft>
                <a:spcPts val="0"/>
              </a:spcAft>
              <a:buSzPts val="7200"/>
              <a:buNone/>
              <a:defRPr sz="6000"/>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24" name="Google Shape;24;p3">
            <a:hlinkClick r:id="" action="ppaction://noaction"/>
          </p:cNvPr>
          <p:cNvSpPr/>
          <p:nvPr/>
        </p:nvSpPr>
        <p:spPr>
          <a:xfrm>
            <a:off x="18500" y="3619106"/>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25" name="Google Shape;25;p3">
            <a:hlinkClick r:id="" action="ppaction://noaction"/>
          </p:cNvPr>
          <p:cNvSpPr/>
          <p:nvPr/>
        </p:nvSpPr>
        <p:spPr>
          <a:xfrm>
            <a:off x="18500" y="310653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26" name="Google Shape;26;p3">
            <a:hlinkClick r:id="" action="ppaction://noaction"/>
          </p:cNvPr>
          <p:cNvSpPr/>
          <p:nvPr/>
        </p:nvSpPr>
        <p:spPr>
          <a:xfrm>
            <a:off x="18500" y="259398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27" name="Google Shape;27;p3">
            <a:hlinkClick r:id="" action="ppaction://noaction"/>
          </p:cNvPr>
          <p:cNvSpPr/>
          <p:nvPr/>
        </p:nvSpPr>
        <p:spPr>
          <a:xfrm>
            <a:off x="18500" y="208141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28" name="Google Shape;28;p3">
            <a:hlinkClick r:id="rId3" action="ppaction://hlinksldjump"/>
          </p:cNvPr>
          <p:cNvSpPr/>
          <p:nvPr/>
        </p:nvSpPr>
        <p:spPr>
          <a:xfrm>
            <a:off x="18500" y="156886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29" name="Google Shape;29;p3">
            <a:hlinkClick r:id="" action="ppaction://hlinkshowjump?jump=previousslide"/>
          </p:cNvPr>
          <p:cNvSpPr/>
          <p:nvPr/>
        </p:nvSpPr>
        <p:spPr>
          <a:xfrm>
            <a:off x="18500" y="1057888"/>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0" name="Google Shape;30;p3">
            <a:hlinkClick r:id="" action="ppaction://noaction"/>
          </p:cNvPr>
          <p:cNvSpPr/>
          <p:nvPr/>
        </p:nvSpPr>
        <p:spPr>
          <a:xfrm>
            <a:off x="18500" y="4244699"/>
            <a:ext cx="732600" cy="5196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1" name="Google Shape;31;p3">
            <a:hlinkClick r:id="rId4" action="ppaction://hlinksldjump"/>
          </p:cNvPr>
          <p:cNvSpPr/>
          <p:nvPr/>
        </p:nvSpPr>
        <p:spPr>
          <a:xfrm>
            <a:off x="18450" y="379200"/>
            <a:ext cx="7326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pic>
        <p:nvPicPr>
          <p:cNvPr id="68" name="Google Shape;68;p6"/>
          <p:cNvPicPr preferRelativeResize="0"/>
          <p:nvPr/>
        </p:nvPicPr>
        <p:blipFill rotWithShape="1">
          <a:blip r:embed="rId2">
            <a:alphaModFix/>
          </a:blip>
          <a:srcRect/>
          <a:stretch/>
        </p:blipFill>
        <p:spPr>
          <a:xfrm>
            <a:off x="446" y="0"/>
            <a:ext cx="9143111" cy="5143502"/>
          </a:xfrm>
          <a:prstGeom prst="rect">
            <a:avLst/>
          </a:prstGeom>
          <a:noFill/>
          <a:ln>
            <a:noFill/>
          </a:ln>
        </p:spPr>
      </p:pic>
      <p:grpSp>
        <p:nvGrpSpPr>
          <p:cNvPr id="69" name="Google Shape;69;p6"/>
          <p:cNvGrpSpPr/>
          <p:nvPr/>
        </p:nvGrpSpPr>
        <p:grpSpPr>
          <a:xfrm>
            <a:off x="931900" y="379200"/>
            <a:ext cx="7939200" cy="4385100"/>
            <a:chOff x="931900" y="379200"/>
            <a:chExt cx="7939200" cy="4385100"/>
          </a:xfrm>
        </p:grpSpPr>
        <p:sp>
          <p:nvSpPr>
            <p:cNvPr id="70" name="Google Shape;70;p6"/>
            <p:cNvSpPr/>
            <p:nvPr/>
          </p:nvSpPr>
          <p:spPr>
            <a:xfrm>
              <a:off x="931900" y="379200"/>
              <a:ext cx="7939200" cy="43851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6"/>
            <p:cNvSpPr/>
            <p:nvPr/>
          </p:nvSpPr>
          <p:spPr>
            <a:xfrm>
              <a:off x="931900" y="379200"/>
              <a:ext cx="73557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a:off x="8287600" y="379200"/>
              <a:ext cx="5835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Google Shape;73;p6"/>
          <p:cNvSpPr txBox="1">
            <a:spLocks noGrp="1"/>
          </p:cNvSpPr>
          <p:nvPr>
            <p:ph type="title"/>
          </p:nvPr>
        </p:nvSpPr>
        <p:spPr>
          <a:xfrm>
            <a:off x="1114050" y="393425"/>
            <a:ext cx="6915900" cy="572700"/>
          </a:xfrm>
          <a:prstGeom prst="rect">
            <a:avLst/>
          </a:prstGeom>
        </p:spPr>
        <p:txBody>
          <a:bodyPr spcFirstLastPara="1" wrap="square" lIns="0" tIns="0" rIns="0" bIns="0" anchor="ctr"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4" name="Google Shape;74;p6">
            <a:hlinkClick r:id="" action="ppaction://noaction"/>
          </p:cNvPr>
          <p:cNvSpPr/>
          <p:nvPr/>
        </p:nvSpPr>
        <p:spPr>
          <a:xfrm>
            <a:off x="18500" y="3619106"/>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75" name="Google Shape;75;p6">
            <a:hlinkClick r:id="" action="ppaction://noaction"/>
          </p:cNvPr>
          <p:cNvSpPr/>
          <p:nvPr/>
        </p:nvSpPr>
        <p:spPr>
          <a:xfrm>
            <a:off x="18500" y="310653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76" name="Google Shape;76;p6">
            <a:hlinkClick r:id="" action="ppaction://noaction"/>
          </p:cNvPr>
          <p:cNvSpPr/>
          <p:nvPr/>
        </p:nvSpPr>
        <p:spPr>
          <a:xfrm>
            <a:off x="18500" y="259398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77" name="Google Shape;77;p6">
            <a:hlinkClick r:id="" action="ppaction://noaction"/>
          </p:cNvPr>
          <p:cNvSpPr/>
          <p:nvPr/>
        </p:nvSpPr>
        <p:spPr>
          <a:xfrm>
            <a:off x="18500" y="208141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78" name="Google Shape;78;p6">
            <a:hlinkClick r:id="rId3" action="ppaction://hlinksldjump"/>
          </p:cNvPr>
          <p:cNvSpPr/>
          <p:nvPr/>
        </p:nvSpPr>
        <p:spPr>
          <a:xfrm>
            <a:off x="18500" y="156886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79" name="Google Shape;79;p6">
            <a:hlinkClick r:id="" action="ppaction://hlinkshowjump?jump=previousslide"/>
          </p:cNvPr>
          <p:cNvSpPr/>
          <p:nvPr/>
        </p:nvSpPr>
        <p:spPr>
          <a:xfrm>
            <a:off x="18500" y="1057888"/>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80" name="Google Shape;80;p6">
            <a:hlinkClick r:id="" action="ppaction://noaction"/>
          </p:cNvPr>
          <p:cNvSpPr/>
          <p:nvPr/>
        </p:nvSpPr>
        <p:spPr>
          <a:xfrm>
            <a:off x="18500" y="4244699"/>
            <a:ext cx="732600" cy="5196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81" name="Google Shape;81;p6">
            <a:hlinkClick r:id="rId4" action="ppaction://hlinksldjump"/>
          </p:cNvPr>
          <p:cNvSpPr/>
          <p:nvPr/>
        </p:nvSpPr>
        <p:spPr>
          <a:xfrm>
            <a:off x="18450" y="379200"/>
            <a:ext cx="7326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2"/>
        <p:cNvGrpSpPr/>
        <p:nvPr/>
      </p:nvGrpSpPr>
      <p:grpSpPr>
        <a:xfrm>
          <a:off x="0" y="0"/>
          <a:ext cx="0" cy="0"/>
          <a:chOff x="0" y="0"/>
          <a:chExt cx="0" cy="0"/>
        </a:xfrm>
      </p:grpSpPr>
      <p:pic>
        <p:nvPicPr>
          <p:cNvPr id="83" name="Google Shape;83;p7"/>
          <p:cNvPicPr preferRelativeResize="0"/>
          <p:nvPr/>
        </p:nvPicPr>
        <p:blipFill rotWithShape="1">
          <a:blip r:embed="rId2">
            <a:alphaModFix/>
          </a:blip>
          <a:srcRect/>
          <a:stretch/>
        </p:blipFill>
        <p:spPr>
          <a:xfrm>
            <a:off x="446" y="0"/>
            <a:ext cx="9143111" cy="5143502"/>
          </a:xfrm>
          <a:prstGeom prst="rect">
            <a:avLst/>
          </a:prstGeom>
          <a:noFill/>
          <a:ln>
            <a:noFill/>
          </a:ln>
        </p:spPr>
      </p:pic>
      <p:grpSp>
        <p:nvGrpSpPr>
          <p:cNvPr id="84" name="Google Shape;84;p7"/>
          <p:cNvGrpSpPr/>
          <p:nvPr/>
        </p:nvGrpSpPr>
        <p:grpSpPr>
          <a:xfrm>
            <a:off x="931900" y="379200"/>
            <a:ext cx="7939200" cy="4385100"/>
            <a:chOff x="931900" y="379200"/>
            <a:chExt cx="7939200" cy="4385100"/>
          </a:xfrm>
        </p:grpSpPr>
        <p:sp>
          <p:nvSpPr>
            <p:cNvPr id="85" name="Google Shape;85;p7"/>
            <p:cNvSpPr/>
            <p:nvPr/>
          </p:nvSpPr>
          <p:spPr>
            <a:xfrm>
              <a:off x="931900" y="379200"/>
              <a:ext cx="7939200" cy="43851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7"/>
            <p:cNvSpPr/>
            <p:nvPr/>
          </p:nvSpPr>
          <p:spPr>
            <a:xfrm>
              <a:off x="931900" y="379200"/>
              <a:ext cx="73557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7"/>
            <p:cNvSpPr/>
            <p:nvPr/>
          </p:nvSpPr>
          <p:spPr>
            <a:xfrm>
              <a:off x="8287600" y="379200"/>
              <a:ext cx="5835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7"/>
          <p:cNvSpPr txBox="1">
            <a:spLocks noGrp="1"/>
          </p:cNvSpPr>
          <p:nvPr>
            <p:ph type="title"/>
          </p:nvPr>
        </p:nvSpPr>
        <p:spPr>
          <a:xfrm>
            <a:off x="1406400" y="1667375"/>
            <a:ext cx="2929200" cy="1730400"/>
          </a:xfrm>
          <a:prstGeom prst="rect">
            <a:avLst/>
          </a:prstGeom>
        </p:spPr>
        <p:txBody>
          <a:bodyPr spcFirstLastPara="1" wrap="square" lIns="0" tIns="0" rIns="0" bIns="0" anchor="ctr" anchorCtr="0">
            <a:noAutofit/>
          </a:bodyPr>
          <a:lstStyle>
            <a:lvl1pPr lvl="0">
              <a:spcBef>
                <a:spcPts val="0"/>
              </a:spcBef>
              <a:spcAft>
                <a:spcPts val="0"/>
              </a:spcAft>
              <a:buSzPts val="30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9" name="Google Shape;89;p7"/>
          <p:cNvSpPr txBox="1">
            <a:spLocks noGrp="1"/>
          </p:cNvSpPr>
          <p:nvPr>
            <p:ph type="subTitle" idx="1"/>
          </p:nvPr>
        </p:nvSpPr>
        <p:spPr>
          <a:xfrm>
            <a:off x="1406400" y="3397775"/>
            <a:ext cx="2929200" cy="11286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90" name="Google Shape;90;p7">
            <a:hlinkClick r:id="" action="ppaction://noaction"/>
          </p:cNvPr>
          <p:cNvSpPr/>
          <p:nvPr/>
        </p:nvSpPr>
        <p:spPr>
          <a:xfrm>
            <a:off x="18500" y="3619106"/>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91" name="Google Shape;91;p7">
            <a:hlinkClick r:id="" action="ppaction://noaction"/>
          </p:cNvPr>
          <p:cNvSpPr/>
          <p:nvPr/>
        </p:nvSpPr>
        <p:spPr>
          <a:xfrm>
            <a:off x="18500" y="310653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92" name="Google Shape;92;p7">
            <a:hlinkClick r:id="" action="ppaction://noaction"/>
          </p:cNvPr>
          <p:cNvSpPr/>
          <p:nvPr/>
        </p:nvSpPr>
        <p:spPr>
          <a:xfrm>
            <a:off x="18500" y="259398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93" name="Google Shape;93;p7">
            <a:hlinkClick r:id="" action="ppaction://noaction"/>
          </p:cNvPr>
          <p:cNvSpPr/>
          <p:nvPr/>
        </p:nvSpPr>
        <p:spPr>
          <a:xfrm>
            <a:off x="18500" y="208141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94" name="Google Shape;94;p7">
            <a:hlinkClick r:id="rId3" action="ppaction://hlinksldjump"/>
          </p:cNvPr>
          <p:cNvSpPr/>
          <p:nvPr/>
        </p:nvSpPr>
        <p:spPr>
          <a:xfrm>
            <a:off x="18500" y="156886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95" name="Google Shape;95;p7">
            <a:hlinkClick r:id="" action="ppaction://hlinkshowjump?jump=previousslide"/>
          </p:cNvPr>
          <p:cNvSpPr/>
          <p:nvPr/>
        </p:nvSpPr>
        <p:spPr>
          <a:xfrm>
            <a:off x="18500" y="1057888"/>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96" name="Google Shape;96;p7">
            <a:hlinkClick r:id="" action="ppaction://noaction"/>
          </p:cNvPr>
          <p:cNvSpPr/>
          <p:nvPr/>
        </p:nvSpPr>
        <p:spPr>
          <a:xfrm>
            <a:off x="18500" y="4244699"/>
            <a:ext cx="732600" cy="5196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97" name="Google Shape;97;p7">
            <a:hlinkClick r:id="rId4" action="ppaction://hlinksldjump"/>
          </p:cNvPr>
          <p:cNvSpPr/>
          <p:nvPr/>
        </p:nvSpPr>
        <p:spPr>
          <a:xfrm>
            <a:off x="18450" y="379200"/>
            <a:ext cx="7326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_3">
    <p:spTree>
      <p:nvGrpSpPr>
        <p:cNvPr id="1" name="Shape 162"/>
        <p:cNvGrpSpPr/>
        <p:nvPr/>
      </p:nvGrpSpPr>
      <p:grpSpPr>
        <a:xfrm>
          <a:off x="0" y="0"/>
          <a:ext cx="0" cy="0"/>
          <a:chOff x="0" y="0"/>
          <a:chExt cx="0" cy="0"/>
        </a:xfrm>
      </p:grpSpPr>
      <p:pic>
        <p:nvPicPr>
          <p:cNvPr id="163" name="Google Shape;163;p13"/>
          <p:cNvPicPr preferRelativeResize="0"/>
          <p:nvPr/>
        </p:nvPicPr>
        <p:blipFill rotWithShape="1">
          <a:blip r:embed="rId2">
            <a:alphaModFix/>
          </a:blip>
          <a:srcRect/>
          <a:stretch/>
        </p:blipFill>
        <p:spPr>
          <a:xfrm>
            <a:off x="446" y="0"/>
            <a:ext cx="9143111" cy="5143502"/>
          </a:xfrm>
          <a:prstGeom prst="rect">
            <a:avLst/>
          </a:prstGeom>
          <a:noFill/>
          <a:ln>
            <a:noFill/>
          </a:ln>
        </p:spPr>
      </p:pic>
      <p:grpSp>
        <p:nvGrpSpPr>
          <p:cNvPr id="164" name="Google Shape;164;p13"/>
          <p:cNvGrpSpPr/>
          <p:nvPr/>
        </p:nvGrpSpPr>
        <p:grpSpPr>
          <a:xfrm>
            <a:off x="931900" y="379200"/>
            <a:ext cx="7939200" cy="4385100"/>
            <a:chOff x="931900" y="379200"/>
            <a:chExt cx="7939200" cy="4385100"/>
          </a:xfrm>
        </p:grpSpPr>
        <p:sp>
          <p:nvSpPr>
            <p:cNvPr id="165" name="Google Shape;165;p13"/>
            <p:cNvSpPr/>
            <p:nvPr/>
          </p:nvSpPr>
          <p:spPr>
            <a:xfrm>
              <a:off x="931900" y="379200"/>
              <a:ext cx="7939200" cy="43851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3"/>
            <p:cNvSpPr/>
            <p:nvPr/>
          </p:nvSpPr>
          <p:spPr>
            <a:xfrm>
              <a:off x="931900" y="379200"/>
              <a:ext cx="73557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3"/>
            <p:cNvSpPr/>
            <p:nvPr/>
          </p:nvSpPr>
          <p:spPr>
            <a:xfrm>
              <a:off x="8287600" y="379200"/>
              <a:ext cx="5835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13"/>
          <p:cNvSpPr txBox="1">
            <a:spLocks noGrp="1"/>
          </p:cNvSpPr>
          <p:nvPr>
            <p:ph type="title"/>
          </p:nvPr>
        </p:nvSpPr>
        <p:spPr>
          <a:xfrm>
            <a:off x="1114050" y="393425"/>
            <a:ext cx="6915900" cy="572700"/>
          </a:xfrm>
          <a:prstGeom prst="rect">
            <a:avLst/>
          </a:prstGeom>
        </p:spPr>
        <p:txBody>
          <a:bodyPr spcFirstLastPara="1" wrap="square" lIns="0" tIns="0" rIns="0" bIns="0"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9" name="Google Shape;169;p13"/>
          <p:cNvSpPr txBox="1">
            <a:spLocks noGrp="1"/>
          </p:cNvSpPr>
          <p:nvPr>
            <p:ph type="subTitle" idx="1"/>
          </p:nvPr>
        </p:nvSpPr>
        <p:spPr>
          <a:xfrm>
            <a:off x="1816375" y="1591475"/>
            <a:ext cx="6154200" cy="26037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Clr>
                <a:schemeClr val="dk1"/>
              </a:buClr>
              <a:buSzPts val="1600"/>
              <a:buChar char="●"/>
              <a:defRPr/>
            </a:lvl1pPr>
            <a:lvl2pPr lvl="1" algn="ctr" rtl="0">
              <a:lnSpc>
                <a:spcPct val="100000"/>
              </a:lnSpc>
              <a:spcBef>
                <a:spcPts val="0"/>
              </a:spcBef>
              <a:spcAft>
                <a:spcPts val="0"/>
              </a:spcAft>
              <a:buSzPts val="1600"/>
              <a:buChar char="○"/>
              <a:defRPr/>
            </a:lvl2pPr>
            <a:lvl3pPr lvl="2" algn="ctr" rtl="0">
              <a:lnSpc>
                <a:spcPct val="100000"/>
              </a:lnSpc>
              <a:spcBef>
                <a:spcPts val="0"/>
              </a:spcBef>
              <a:spcAft>
                <a:spcPts val="0"/>
              </a:spcAft>
              <a:buSzPts val="1600"/>
              <a:buChar char="■"/>
              <a:defRPr/>
            </a:lvl3pPr>
            <a:lvl4pPr lvl="3" algn="ctr" rtl="0">
              <a:lnSpc>
                <a:spcPct val="100000"/>
              </a:lnSpc>
              <a:spcBef>
                <a:spcPts val="0"/>
              </a:spcBef>
              <a:spcAft>
                <a:spcPts val="0"/>
              </a:spcAft>
              <a:buSzPts val="1600"/>
              <a:buChar char="●"/>
              <a:defRPr/>
            </a:lvl4pPr>
            <a:lvl5pPr lvl="4" algn="ctr" rtl="0">
              <a:lnSpc>
                <a:spcPct val="100000"/>
              </a:lnSpc>
              <a:spcBef>
                <a:spcPts val="0"/>
              </a:spcBef>
              <a:spcAft>
                <a:spcPts val="0"/>
              </a:spcAft>
              <a:buSzPts val="1600"/>
              <a:buChar char="○"/>
              <a:defRPr/>
            </a:lvl5pPr>
            <a:lvl6pPr lvl="5" algn="ctr" rtl="0">
              <a:lnSpc>
                <a:spcPct val="100000"/>
              </a:lnSpc>
              <a:spcBef>
                <a:spcPts val="0"/>
              </a:spcBef>
              <a:spcAft>
                <a:spcPts val="0"/>
              </a:spcAft>
              <a:buSzPts val="1600"/>
              <a:buChar char="■"/>
              <a:defRPr/>
            </a:lvl6pPr>
            <a:lvl7pPr lvl="6" algn="ctr" rtl="0">
              <a:lnSpc>
                <a:spcPct val="100000"/>
              </a:lnSpc>
              <a:spcBef>
                <a:spcPts val="0"/>
              </a:spcBef>
              <a:spcAft>
                <a:spcPts val="0"/>
              </a:spcAft>
              <a:buSzPts val="1600"/>
              <a:buChar char="●"/>
              <a:defRPr/>
            </a:lvl7pPr>
            <a:lvl8pPr lvl="7" algn="ctr" rtl="0">
              <a:lnSpc>
                <a:spcPct val="100000"/>
              </a:lnSpc>
              <a:spcBef>
                <a:spcPts val="0"/>
              </a:spcBef>
              <a:spcAft>
                <a:spcPts val="0"/>
              </a:spcAft>
              <a:buSzPts val="1600"/>
              <a:buChar char="○"/>
              <a:defRPr/>
            </a:lvl8pPr>
            <a:lvl9pPr lvl="8" algn="ctr" rtl="0">
              <a:lnSpc>
                <a:spcPct val="100000"/>
              </a:lnSpc>
              <a:spcBef>
                <a:spcPts val="0"/>
              </a:spcBef>
              <a:spcAft>
                <a:spcPts val="0"/>
              </a:spcAft>
              <a:buSzPts val="1600"/>
              <a:buChar char="■"/>
              <a:defRPr/>
            </a:lvl9pPr>
          </a:lstStyle>
          <a:p>
            <a:endParaRPr/>
          </a:p>
        </p:txBody>
      </p:sp>
      <p:sp>
        <p:nvSpPr>
          <p:cNvPr id="170" name="Google Shape;170;p13">
            <a:hlinkClick r:id="" action="ppaction://noaction"/>
          </p:cNvPr>
          <p:cNvSpPr/>
          <p:nvPr/>
        </p:nvSpPr>
        <p:spPr>
          <a:xfrm>
            <a:off x="18500" y="3619106"/>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171" name="Google Shape;171;p13">
            <a:hlinkClick r:id="" action="ppaction://noaction"/>
          </p:cNvPr>
          <p:cNvSpPr/>
          <p:nvPr/>
        </p:nvSpPr>
        <p:spPr>
          <a:xfrm>
            <a:off x="18500" y="310653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172" name="Google Shape;172;p13">
            <a:hlinkClick r:id="" action="ppaction://noaction"/>
          </p:cNvPr>
          <p:cNvSpPr/>
          <p:nvPr/>
        </p:nvSpPr>
        <p:spPr>
          <a:xfrm>
            <a:off x="18500" y="259398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173" name="Google Shape;173;p13">
            <a:hlinkClick r:id="" action="ppaction://noaction"/>
          </p:cNvPr>
          <p:cNvSpPr/>
          <p:nvPr/>
        </p:nvSpPr>
        <p:spPr>
          <a:xfrm>
            <a:off x="18500" y="208141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174" name="Google Shape;174;p13">
            <a:hlinkClick r:id="rId3" action="ppaction://hlinksldjump"/>
          </p:cNvPr>
          <p:cNvSpPr/>
          <p:nvPr/>
        </p:nvSpPr>
        <p:spPr>
          <a:xfrm>
            <a:off x="18500" y="156886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175" name="Google Shape;175;p13">
            <a:hlinkClick r:id="" action="ppaction://hlinkshowjump?jump=previousslide"/>
          </p:cNvPr>
          <p:cNvSpPr/>
          <p:nvPr/>
        </p:nvSpPr>
        <p:spPr>
          <a:xfrm>
            <a:off x="18500" y="1057888"/>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176" name="Google Shape;176;p13">
            <a:hlinkClick r:id="" action="ppaction://noaction"/>
          </p:cNvPr>
          <p:cNvSpPr/>
          <p:nvPr/>
        </p:nvSpPr>
        <p:spPr>
          <a:xfrm>
            <a:off x="18500" y="4244699"/>
            <a:ext cx="732600" cy="5196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177" name="Google Shape;177;p13">
            <a:hlinkClick r:id="rId4" action="ppaction://hlinksldjump"/>
          </p:cNvPr>
          <p:cNvSpPr/>
          <p:nvPr/>
        </p:nvSpPr>
        <p:spPr>
          <a:xfrm>
            <a:off x="18450" y="379200"/>
            <a:ext cx="7326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umbers and text">
  <p:cSld name="CUSTOM_5">
    <p:spTree>
      <p:nvGrpSpPr>
        <p:cNvPr id="1" name="Shape 265"/>
        <p:cNvGrpSpPr/>
        <p:nvPr/>
      </p:nvGrpSpPr>
      <p:grpSpPr>
        <a:xfrm>
          <a:off x="0" y="0"/>
          <a:ext cx="0" cy="0"/>
          <a:chOff x="0" y="0"/>
          <a:chExt cx="0" cy="0"/>
        </a:xfrm>
      </p:grpSpPr>
      <p:pic>
        <p:nvPicPr>
          <p:cNvPr id="266" name="Google Shape;266;p18"/>
          <p:cNvPicPr preferRelativeResize="0"/>
          <p:nvPr/>
        </p:nvPicPr>
        <p:blipFill rotWithShape="1">
          <a:blip r:embed="rId2">
            <a:alphaModFix/>
          </a:blip>
          <a:srcRect/>
          <a:stretch/>
        </p:blipFill>
        <p:spPr>
          <a:xfrm>
            <a:off x="446" y="0"/>
            <a:ext cx="9143111" cy="5143502"/>
          </a:xfrm>
          <a:prstGeom prst="rect">
            <a:avLst/>
          </a:prstGeom>
          <a:noFill/>
          <a:ln>
            <a:noFill/>
          </a:ln>
        </p:spPr>
      </p:pic>
      <p:grpSp>
        <p:nvGrpSpPr>
          <p:cNvPr id="267" name="Google Shape;267;p18"/>
          <p:cNvGrpSpPr/>
          <p:nvPr/>
        </p:nvGrpSpPr>
        <p:grpSpPr>
          <a:xfrm>
            <a:off x="931900" y="379200"/>
            <a:ext cx="7939200" cy="4385100"/>
            <a:chOff x="931900" y="379200"/>
            <a:chExt cx="7939200" cy="4385100"/>
          </a:xfrm>
        </p:grpSpPr>
        <p:sp>
          <p:nvSpPr>
            <p:cNvPr id="268" name="Google Shape;268;p18"/>
            <p:cNvSpPr/>
            <p:nvPr/>
          </p:nvSpPr>
          <p:spPr>
            <a:xfrm>
              <a:off x="931900" y="379200"/>
              <a:ext cx="7939200" cy="43851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8"/>
            <p:cNvSpPr/>
            <p:nvPr/>
          </p:nvSpPr>
          <p:spPr>
            <a:xfrm>
              <a:off x="931900" y="379200"/>
              <a:ext cx="73557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8"/>
            <p:cNvSpPr/>
            <p:nvPr/>
          </p:nvSpPr>
          <p:spPr>
            <a:xfrm>
              <a:off x="8287600" y="379200"/>
              <a:ext cx="5835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 name="Google Shape;271;p18"/>
          <p:cNvSpPr txBox="1">
            <a:spLocks noGrp="1"/>
          </p:cNvSpPr>
          <p:nvPr>
            <p:ph type="title" hasCustomPrompt="1"/>
          </p:nvPr>
        </p:nvSpPr>
        <p:spPr>
          <a:xfrm flipH="1">
            <a:off x="6033788" y="3367750"/>
            <a:ext cx="2304600" cy="612600"/>
          </a:xfrm>
          <a:prstGeom prst="rect">
            <a:avLst/>
          </a:prstGeom>
        </p:spPr>
        <p:txBody>
          <a:bodyPr spcFirstLastPara="1" wrap="square" lIns="0" tIns="0" rIns="0" bIns="0"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72" name="Google Shape;272;p18"/>
          <p:cNvSpPr txBox="1">
            <a:spLocks noGrp="1"/>
          </p:cNvSpPr>
          <p:nvPr>
            <p:ph type="subTitle" idx="1"/>
          </p:nvPr>
        </p:nvSpPr>
        <p:spPr>
          <a:xfrm flipH="1">
            <a:off x="6033763" y="3980350"/>
            <a:ext cx="2304600" cy="727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73" name="Google Shape;273;p18"/>
          <p:cNvSpPr txBox="1">
            <a:spLocks noGrp="1"/>
          </p:cNvSpPr>
          <p:nvPr>
            <p:ph type="title" idx="2" hasCustomPrompt="1"/>
          </p:nvPr>
        </p:nvSpPr>
        <p:spPr>
          <a:xfrm flipH="1">
            <a:off x="4981863" y="1347325"/>
            <a:ext cx="2304600" cy="612600"/>
          </a:xfrm>
          <a:prstGeom prst="rect">
            <a:avLst/>
          </a:prstGeom>
        </p:spPr>
        <p:txBody>
          <a:bodyPr spcFirstLastPara="1" wrap="square" lIns="0" tIns="0" rIns="0" bIns="0"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74" name="Google Shape;274;p18"/>
          <p:cNvSpPr txBox="1">
            <a:spLocks noGrp="1"/>
          </p:cNvSpPr>
          <p:nvPr>
            <p:ph type="subTitle" idx="3"/>
          </p:nvPr>
        </p:nvSpPr>
        <p:spPr>
          <a:xfrm flipH="1">
            <a:off x="4981838" y="1959925"/>
            <a:ext cx="2304600" cy="727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75" name="Google Shape;275;p18"/>
          <p:cNvSpPr txBox="1">
            <a:spLocks noGrp="1"/>
          </p:cNvSpPr>
          <p:nvPr>
            <p:ph type="title" idx="4" hasCustomPrompt="1"/>
          </p:nvPr>
        </p:nvSpPr>
        <p:spPr>
          <a:xfrm flipH="1">
            <a:off x="1953113" y="3415150"/>
            <a:ext cx="2304600" cy="612600"/>
          </a:xfrm>
          <a:prstGeom prst="rect">
            <a:avLst/>
          </a:prstGeom>
        </p:spPr>
        <p:txBody>
          <a:bodyPr spcFirstLastPara="1" wrap="square" lIns="0" tIns="0" rIns="0" bIns="0"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76" name="Google Shape;276;p18"/>
          <p:cNvSpPr txBox="1">
            <a:spLocks noGrp="1"/>
          </p:cNvSpPr>
          <p:nvPr>
            <p:ph type="subTitle" idx="5"/>
          </p:nvPr>
        </p:nvSpPr>
        <p:spPr>
          <a:xfrm flipH="1">
            <a:off x="1953088" y="4027750"/>
            <a:ext cx="2304600" cy="727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77" name="Google Shape;277;p18"/>
          <p:cNvSpPr txBox="1">
            <a:spLocks noGrp="1"/>
          </p:cNvSpPr>
          <p:nvPr>
            <p:ph type="title" idx="6" hasCustomPrompt="1"/>
          </p:nvPr>
        </p:nvSpPr>
        <p:spPr>
          <a:xfrm flipH="1">
            <a:off x="1448588" y="1183950"/>
            <a:ext cx="2304600" cy="612600"/>
          </a:xfrm>
          <a:prstGeom prst="rect">
            <a:avLst/>
          </a:prstGeom>
        </p:spPr>
        <p:txBody>
          <a:bodyPr spcFirstLastPara="1" wrap="square" lIns="0" tIns="0" rIns="0" bIns="0"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78" name="Google Shape;278;p18"/>
          <p:cNvSpPr txBox="1">
            <a:spLocks noGrp="1"/>
          </p:cNvSpPr>
          <p:nvPr>
            <p:ph type="subTitle" idx="7"/>
          </p:nvPr>
        </p:nvSpPr>
        <p:spPr>
          <a:xfrm flipH="1">
            <a:off x="1448563" y="1796550"/>
            <a:ext cx="2304600" cy="727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79" name="Google Shape;279;p18">
            <a:hlinkClick r:id="" action="ppaction://noaction"/>
          </p:cNvPr>
          <p:cNvSpPr/>
          <p:nvPr/>
        </p:nvSpPr>
        <p:spPr>
          <a:xfrm>
            <a:off x="18500" y="3619106"/>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280" name="Google Shape;280;p18">
            <a:hlinkClick r:id="" action="ppaction://noaction"/>
          </p:cNvPr>
          <p:cNvSpPr/>
          <p:nvPr/>
        </p:nvSpPr>
        <p:spPr>
          <a:xfrm>
            <a:off x="18500" y="310653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281" name="Google Shape;281;p18">
            <a:hlinkClick r:id="" action="ppaction://noaction"/>
          </p:cNvPr>
          <p:cNvSpPr/>
          <p:nvPr/>
        </p:nvSpPr>
        <p:spPr>
          <a:xfrm>
            <a:off x="18500" y="259398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282" name="Google Shape;282;p18">
            <a:hlinkClick r:id="" action="ppaction://noaction"/>
          </p:cNvPr>
          <p:cNvSpPr/>
          <p:nvPr/>
        </p:nvSpPr>
        <p:spPr>
          <a:xfrm>
            <a:off x="18500" y="208141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283" name="Google Shape;283;p18">
            <a:hlinkClick r:id="rId3" action="ppaction://hlinksldjump"/>
          </p:cNvPr>
          <p:cNvSpPr/>
          <p:nvPr/>
        </p:nvSpPr>
        <p:spPr>
          <a:xfrm>
            <a:off x="18500" y="156886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284" name="Google Shape;284;p18">
            <a:hlinkClick r:id="" action="ppaction://hlinkshowjump?jump=previousslide"/>
          </p:cNvPr>
          <p:cNvSpPr/>
          <p:nvPr/>
        </p:nvSpPr>
        <p:spPr>
          <a:xfrm>
            <a:off x="18500" y="1057888"/>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85" name="Google Shape;285;p18">
            <a:hlinkClick r:id="" action="ppaction://noaction"/>
          </p:cNvPr>
          <p:cNvSpPr/>
          <p:nvPr/>
        </p:nvSpPr>
        <p:spPr>
          <a:xfrm>
            <a:off x="18500" y="4244699"/>
            <a:ext cx="732600" cy="5196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86" name="Google Shape;286;p18">
            <a:hlinkClick r:id="rId4" action="ppaction://hlinksldjump"/>
          </p:cNvPr>
          <p:cNvSpPr/>
          <p:nvPr/>
        </p:nvSpPr>
        <p:spPr>
          <a:xfrm>
            <a:off x="18450" y="379200"/>
            <a:ext cx="7326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319"/>
        <p:cNvGrpSpPr/>
        <p:nvPr/>
      </p:nvGrpSpPr>
      <p:grpSpPr>
        <a:xfrm>
          <a:off x="0" y="0"/>
          <a:ext cx="0" cy="0"/>
          <a:chOff x="0" y="0"/>
          <a:chExt cx="0" cy="0"/>
        </a:xfrm>
      </p:grpSpPr>
      <p:pic>
        <p:nvPicPr>
          <p:cNvPr id="320" name="Google Shape;320;p21"/>
          <p:cNvPicPr preferRelativeResize="0"/>
          <p:nvPr/>
        </p:nvPicPr>
        <p:blipFill rotWithShape="1">
          <a:blip r:embed="rId2">
            <a:alphaModFix/>
          </a:blip>
          <a:srcRect/>
          <a:stretch/>
        </p:blipFill>
        <p:spPr>
          <a:xfrm>
            <a:off x="446" y="0"/>
            <a:ext cx="9143111" cy="5143502"/>
          </a:xfrm>
          <a:prstGeom prst="rect">
            <a:avLst/>
          </a:prstGeom>
          <a:noFill/>
          <a:ln>
            <a:noFill/>
          </a:ln>
        </p:spPr>
      </p:pic>
      <p:grpSp>
        <p:nvGrpSpPr>
          <p:cNvPr id="321" name="Google Shape;321;p21"/>
          <p:cNvGrpSpPr/>
          <p:nvPr/>
        </p:nvGrpSpPr>
        <p:grpSpPr>
          <a:xfrm>
            <a:off x="1506650" y="540000"/>
            <a:ext cx="6773700" cy="4063500"/>
            <a:chOff x="1185100" y="540000"/>
            <a:chExt cx="6773700" cy="4063500"/>
          </a:xfrm>
        </p:grpSpPr>
        <p:sp>
          <p:nvSpPr>
            <p:cNvPr id="322" name="Google Shape;322;p21"/>
            <p:cNvSpPr/>
            <p:nvPr/>
          </p:nvSpPr>
          <p:spPr>
            <a:xfrm>
              <a:off x="1185100" y="996900"/>
              <a:ext cx="6773700" cy="3606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1"/>
            <p:cNvSpPr/>
            <p:nvPr/>
          </p:nvSpPr>
          <p:spPr>
            <a:xfrm>
              <a:off x="1185100" y="540000"/>
              <a:ext cx="67737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1"/>
            <p:cNvSpPr/>
            <p:nvPr/>
          </p:nvSpPr>
          <p:spPr>
            <a:xfrm>
              <a:off x="7470700" y="540000"/>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5" name="Google Shape;325;p21"/>
          <p:cNvSpPr txBox="1">
            <a:spLocks noGrp="1"/>
          </p:cNvSpPr>
          <p:nvPr>
            <p:ph type="ctrTitle"/>
          </p:nvPr>
        </p:nvSpPr>
        <p:spPr>
          <a:xfrm>
            <a:off x="1970600" y="1075100"/>
            <a:ext cx="5845800" cy="871200"/>
          </a:xfrm>
          <a:prstGeom prst="rect">
            <a:avLst/>
          </a:prstGeom>
        </p:spPr>
        <p:txBody>
          <a:bodyPr spcFirstLastPara="1" wrap="square" lIns="0" tIns="0" rIns="0" bIns="0" anchor="ctr"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26" name="Google Shape;326;p21"/>
          <p:cNvSpPr txBox="1">
            <a:spLocks noGrp="1"/>
          </p:cNvSpPr>
          <p:nvPr>
            <p:ph type="subTitle" idx="1"/>
          </p:nvPr>
        </p:nvSpPr>
        <p:spPr>
          <a:xfrm>
            <a:off x="3306050" y="2456275"/>
            <a:ext cx="3174900" cy="3129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327" name="Google Shape;327;p21"/>
          <p:cNvSpPr txBox="1">
            <a:spLocks noGrp="1"/>
          </p:cNvSpPr>
          <p:nvPr>
            <p:ph type="subTitle" idx="2"/>
          </p:nvPr>
        </p:nvSpPr>
        <p:spPr>
          <a:xfrm>
            <a:off x="3688850" y="2769175"/>
            <a:ext cx="2409300" cy="826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328" name="Google Shape;328;p21">
            <a:hlinkClick r:id="" action="ppaction://noaction"/>
          </p:cNvPr>
          <p:cNvSpPr/>
          <p:nvPr/>
        </p:nvSpPr>
        <p:spPr>
          <a:xfrm>
            <a:off x="18500" y="3619106"/>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329" name="Google Shape;329;p21">
            <a:hlinkClick r:id="" action="ppaction://noaction"/>
          </p:cNvPr>
          <p:cNvSpPr/>
          <p:nvPr/>
        </p:nvSpPr>
        <p:spPr>
          <a:xfrm>
            <a:off x="18500" y="310653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330" name="Google Shape;330;p21">
            <a:hlinkClick r:id="" action="ppaction://noaction"/>
          </p:cNvPr>
          <p:cNvSpPr/>
          <p:nvPr/>
        </p:nvSpPr>
        <p:spPr>
          <a:xfrm>
            <a:off x="18500" y="2593988"/>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331" name="Google Shape;331;p21">
            <a:hlinkClick r:id="" action="ppaction://noaction"/>
          </p:cNvPr>
          <p:cNvSpPr/>
          <p:nvPr/>
        </p:nvSpPr>
        <p:spPr>
          <a:xfrm>
            <a:off x="18500" y="208141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332" name="Google Shape;332;p21">
            <a:hlinkClick r:id="rId3" action="ppaction://hlinksldjump"/>
          </p:cNvPr>
          <p:cNvSpPr/>
          <p:nvPr/>
        </p:nvSpPr>
        <p:spPr>
          <a:xfrm>
            <a:off x="18500" y="1568863"/>
            <a:ext cx="732600" cy="5196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216000" tIns="91425" rIns="91425" bIns="91425" anchor="ctr" anchorCtr="0">
            <a:noAutofit/>
          </a:bodyPr>
          <a:lstStyle/>
          <a:p>
            <a:pPr marL="0" lvl="0" indent="0" algn="l" rtl="0">
              <a:spcBef>
                <a:spcPts val="0"/>
              </a:spcBef>
              <a:spcAft>
                <a:spcPts val="0"/>
              </a:spcAft>
              <a:buNone/>
            </a:pPr>
            <a:endParaRPr sz="1600">
              <a:solidFill>
                <a:schemeClr val="accent4"/>
              </a:solidFill>
              <a:latin typeface="Bebas Neue"/>
              <a:ea typeface="Bebas Neue"/>
              <a:cs typeface="Bebas Neue"/>
              <a:sym typeface="Bebas Neue"/>
            </a:endParaRPr>
          </a:p>
        </p:txBody>
      </p:sp>
      <p:sp>
        <p:nvSpPr>
          <p:cNvPr id="333" name="Google Shape;333;p21">
            <a:hlinkClick r:id="" action="ppaction://hlinkshowjump?jump=previousslide"/>
          </p:cNvPr>
          <p:cNvSpPr/>
          <p:nvPr/>
        </p:nvSpPr>
        <p:spPr>
          <a:xfrm>
            <a:off x="18500" y="1057888"/>
            <a:ext cx="732600" cy="519600"/>
          </a:xfrm>
          <a:prstGeom prst="rect">
            <a:avLst/>
          </a:prstGeom>
          <a:solidFill>
            <a:schemeClr val="l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34" name="Google Shape;334;p21">
            <a:hlinkClick r:id="" action="ppaction://noaction"/>
          </p:cNvPr>
          <p:cNvSpPr/>
          <p:nvPr/>
        </p:nvSpPr>
        <p:spPr>
          <a:xfrm>
            <a:off x="18500" y="4244699"/>
            <a:ext cx="732600" cy="5196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270000" tIns="91425" rIns="91425" bIns="91425" anchor="ctr" anchorCtr="0">
            <a:noAutofit/>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35" name="Google Shape;335;p21">
            <a:hlinkClick r:id="rId4" action="ppaction://hlinksldjump"/>
          </p:cNvPr>
          <p:cNvSpPr/>
          <p:nvPr/>
        </p:nvSpPr>
        <p:spPr>
          <a:xfrm>
            <a:off x="18450" y="379200"/>
            <a:ext cx="732600" cy="5727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1"/>
          <p:cNvSpPr txBox="1"/>
          <p:nvPr/>
        </p:nvSpPr>
        <p:spPr>
          <a:xfrm>
            <a:off x="2661650" y="3650450"/>
            <a:ext cx="4463700" cy="4569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200">
                <a:solidFill>
                  <a:srgbClr val="043025"/>
                </a:solidFill>
                <a:latin typeface="Tajawal"/>
                <a:ea typeface="Tajawal"/>
                <a:cs typeface="Tajawal"/>
                <a:sym typeface="Tajawal"/>
              </a:rPr>
              <a:t>CREDITS: This presentation template was created by </a:t>
            </a:r>
            <a:r>
              <a:rPr lang="en" sz="1200" b="1">
                <a:solidFill>
                  <a:schemeClr val="dk1"/>
                </a:solidFill>
                <a:uFill>
                  <a:noFill/>
                </a:uFill>
                <a:latin typeface="Tajawal"/>
                <a:ea typeface="Tajawal"/>
                <a:cs typeface="Tajawal"/>
                <a:sym typeface="Tajawal"/>
                <a:hlinkClick r:id="rId5">
                  <a:extLst>
                    <a:ext uri="{A12FA001-AC4F-418D-AE19-62706E023703}">
                      <ahyp:hlinkClr xmlns:ahyp="http://schemas.microsoft.com/office/drawing/2018/hyperlinkcolor" val="tx"/>
                    </a:ext>
                  </a:extLst>
                </a:hlinkClick>
              </a:rPr>
              <a:t>Slidesgo</a:t>
            </a:r>
            <a:r>
              <a:rPr lang="en" sz="1200">
                <a:solidFill>
                  <a:srgbClr val="043025"/>
                </a:solidFill>
                <a:latin typeface="Tajawal"/>
                <a:ea typeface="Tajawal"/>
                <a:cs typeface="Tajawal"/>
                <a:sym typeface="Tajawal"/>
              </a:rPr>
              <a:t>, including icons by </a:t>
            </a:r>
            <a:r>
              <a:rPr lang="en" sz="1200" b="1">
                <a:solidFill>
                  <a:schemeClr val="dk1"/>
                </a:solidFill>
                <a:uFill>
                  <a:noFill/>
                </a:uFill>
                <a:latin typeface="Tajawal"/>
                <a:ea typeface="Tajawal"/>
                <a:cs typeface="Tajawal"/>
                <a:sym typeface="Tajawal"/>
                <a:hlinkClick r:id="rId6">
                  <a:extLst>
                    <a:ext uri="{A12FA001-AC4F-418D-AE19-62706E023703}">
                      <ahyp:hlinkClr xmlns:ahyp="http://schemas.microsoft.com/office/drawing/2018/hyperlinkcolor" val="tx"/>
                    </a:ext>
                  </a:extLst>
                </a:hlinkClick>
              </a:rPr>
              <a:t>Flaticon</a:t>
            </a:r>
            <a:r>
              <a:rPr lang="en" sz="1200">
                <a:solidFill>
                  <a:srgbClr val="043025"/>
                </a:solidFill>
                <a:latin typeface="Tajawal"/>
                <a:ea typeface="Tajawal"/>
                <a:cs typeface="Tajawal"/>
                <a:sym typeface="Tajawal"/>
              </a:rPr>
              <a:t>, and infographics &amp; images by </a:t>
            </a:r>
            <a:r>
              <a:rPr lang="en" sz="1200" b="1">
                <a:solidFill>
                  <a:schemeClr val="dk1"/>
                </a:solidFill>
                <a:uFill>
                  <a:noFill/>
                </a:uFill>
                <a:latin typeface="Tajawal"/>
                <a:ea typeface="Tajawal"/>
                <a:cs typeface="Tajawal"/>
                <a:sym typeface="Tajawal"/>
                <a:hlinkClick r:id="rId7">
                  <a:extLst>
                    <a:ext uri="{A12FA001-AC4F-418D-AE19-62706E023703}">
                      <ahyp:hlinkClr xmlns:ahyp="http://schemas.microsoft.com/office/drawing/2018/hyperlinkcolor" val="tx"/>
                    </a:ext>
                  </a:extLst>
                </a:hlinkClick>
              </a:rPr>
              <a:t>Freepik</a:t>
            </a:r>
            <a:endParaRPr sz="1200" b="1">
              <a:solidFill>
                <a:schemeClr val="dk1"/>
              </a:solidFill>
              <a:latin typeface="Tajawal"/>
              <a:ea typeface="Tajawal"/>
              <a:cs typeface="Tajawal"/>
              <a:sym typeface="Tajaw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7_1">
    <p:spTree>
      <p:nvGrpSpPr>
        <p:cNvPr id="1" name="Shape 337"/>
        <p:cNvGrpSpPr/>
        <p:nvPr/>
      </p:nvGrpSpPr>
      <p:grpSpPr>
        <a:xfrm>
          <a:off x="0" y="0"/>
          <a:ext cx="0" cy="0"/>
          <a:chOff x="0" y="0"/>
          <a:chExt cx="0" cy="0"/>
        </a:xfrm>
      </p:grpSpPr>
      <p:pic>
        <p:nvPicPr>
          <p:cNvPr id="338" name="Google Shape;338;p22"/>
          <p:cNvPicPr preferRelativeResize="0"/>
          <p:nvPr/>
        </p:nvPicPr>
        <p:blipFill rotWithShape="1">
          <a:blip r:embed="rId2">
            <a:alphaModFix/>
          </a:blip>
          <a:srcRect/>
          <a:stretch/>
        </p:blipFill>
        <p:spPr>
          <a:xfrm>
            <a:off x="446" y="0"/>
            <a:ext cx="9143111" cy="514350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14050" y="393425"/>
            <a:ext cx="6915900" cy="5727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dk1"/>
              </a:buClr>
              <a:buSzPts val="3000"/>
              <a:buFont typeface="Raleway Black"/>
              <a:buNone/>
              <a:defRPr sz="3000">
                <a:solidFill>
                  <a:schemeClr val="dk1"/>
                </a:solidFill>
                <a:latin typeface="Raleway Black"/>
                <a:ea typeface="Raleway Black"/>
                <a:cs typeface="Raleway Black"/>
                <a:sym typeface="Raleway Black"/>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0000" y="1152475"/>
            <a:ext cx="7704000" cy="3450900"/>
          </a:xfrm>
          <a:prstGeom prst="rect">
            <a:avLst/>
          </a:prstGeom>
          <a:noFill/>
          <a:ln>
            <a:noFill/>
          </a:ln>
        </p:spPr>
        <p:txBody>
          <a:bodyPr spcFirstLastPara="1" wrap="square" lIns="0" tIns="0" rIns="0" bIns="0" anchor="ctr" anchorCtr="0">
            <a:noAutofit/>
          </a:bodyPr>
          <a:lstStyle>
            <a:lvl1pPr marL="457200" lvl="0" indent="-330200">
              <a:lnSpc>
                <a:spcPct val="115000"/>
              </a:lnSpc>
              <a:spcBef>
                <a:spcPts val="0"/>
              </a:spcBef>
              <a:spcAft>
                <a:spcPts val="0"/>
              </a:spcAft>
              <a:buClr>
                <a:schemeClr val="dk2"/>
              </a:buClr>
              <a:buSzPts val="1600"/>
              <a:buFont typeface="Tajawal"/>
              <a:buChar char="●"/>
              <a:defRPr sz="1600">
                <a:solidFill>
                  <a:schemeClr val="dk2"/>
                </a:solidFill>
                <a:latin typeface="Tajawal"/>
                <a:ea typeface="Tajawal"/>
                <a:cs typeface="Tajawal"/>
                <a:sym typeface="Tajawal"/>
              </a:defRPr>
            </a:lvl1pPr>
            <a:lvl2pPr marL="914400" lvl="1" indent="-330200">
              <a:lnSpc>
                <a:spcPct val="115000"/>
              </a:lnSpc>
              <a:spcBef>
                <a:spcPts val="1600"/>
              </a:spcBef>
              <a:spcAft>
                <a:spcPts val="0"/>
              </a:spcAft>
              <a:buClr>
                <a:schemeClr val="dk2"/>
              </a:buClr>
              <a:buSzPts val="1600"/>
              <a:buFont typeface="Tajawal"/>
              <a:buChar char="○"/>
              <a:defRPr sz="1600">
                <a:solidFill>
                  <a:schemeClr val="dk2"/>
                </a:solidFill>
                <a:latin typeface="Tajawal"/>
                <a:ea typeface="Tajawal"/>
                <a:cs typeface="Tajawal"/>
                <a:sym typeface="Tajawal"/>
              </a:defRPr>
            </a:lvl2pPr>
            <a:lvl3pPr marL="1371600" lvl="2" indent="-330200">
              <a:lnSpc>
                <a:spcPct val="115000"/>
              </a:lnSpc>
              <a:spcBef>
                <a:spcPts val="1600"/>
              </a:spcBef>
              <a:spcAft>
                <a:spcPts val="0"/>
              </a:spcAft>
              <a:buClr>
                <a:schemeClr val="dk2"/>
              </a:buClr>
              <a:buSzPts val="1600"/>
              <a:buFont typeface="Tajawal"/>
              <a:buChar char="■"/>
              <a:defRPr sz="1600">
                <a:solidFill>
                  <a:schemeClr val="dk2"/>
                </a:solidFill>
                <a:latin typeface="Tajawal"/>
                <a:ea typeface="Tajawal"/>
                <a:cs typeface="Tajawal"/>
                <a:sym typeface="Tajawal"/>
              </a:defRPr>
            </a:lvl3pPr>
            <a:lvl4pPr marL="1828800" lvl="3" indent="-330200">
              <a:lnSpc>
                <a:spcPct val="115000"/>
              </a:lnSpc>
              <a:spcBef>
                <a:spcPts val="1600"/>
              </a:spcBef>
              <a:spcAft>
                <a:spcPts val="0"/>
              </a:spcAft>
              <a:buClr>
                <a:schemeClr val="dk2"/>
              </a:buClr>
              <a:buSzPts val="1600"/>
              <a:buFont typeface="Tajawal"/>
              <a:buChar char="●"/>
              <a:defRPr sz="1600">
                <a:solidFill>
                  <a:schemeClr val="dk2"/>
                </a:solidFill>
                <a:latin typeface="Tajawal"/>
                <a:ea typeface="Tajawal"/>
                <a:cs typeface="Tajawal"/>
                <a:sym typeface="Tajawal"/>
              </a:defRPr>
            </a:lvl4pPr>
            <a:lvl5pPr marL="2286000" lvl="4" indent="-330200">
              <a:lnSpc>
                <a:spcPct val="115000"/>
              </a:lnSpc>
              <a:spcBef>
                <a:spcPts val="1600"/>
              </a:spcBef>
              <a:spcAft>
                <a:spcPts val="0"/>
              </a:spcAft>
              <a:buClr>
                <a:schemeClr val="dk2"/>
              </a:buClr>
              <a:buSzPts val="1600"/>
              <a:buFont typeface="Tajawal"/>
              <a:buChar char="○"/>
              <a:defRPr sz="1600">
                <a:solidFill>
                  <a:schemeClr val="dk2"/>
                </a:solidFill>
                <a:latin typeface="Tajawal"/>
                <a:ea typeface="Tajawal"/>
                <a:cs typeface="Tajawal"/>
                <a:sym typeface="Tajawal"/>
              </a:defRPr>
            </a:lvl5pPr>
            <a:lvl6pPr marL="2743200" lvl="5" indent="-330200">
              <a:lnSpc>
                <a:spcPct val="115000"/>
              </a:lnSpc>
              <a:spcBef>
                <a:spcPts val="1600"/>
              </a:spcBef>
              <a:spcAft>
                <a:spcPts val="0"/>
              </a:spcAft>
              <a:buClr>
                <a:schemeClr val="dk2"/>
              </a:buClr>
              <a:buSzPts val="1600"/>
              <a:buFont typeface="Tajawal"/>
              <a:buChar char="■"/>
              <a:defRPr sz="1600">
                <a:solidFill>
                  <a:schemeClr val="dk2"/>
                </a:solidFill>
                <a:latin typeface="Tajawal"/>
                <a:ea typeface="Tajawal"/>
                <a:cs typeface="Tajawal"/>
                <a:sym typeface="Tajawal"/>
              </a:defRPr>
            </a:lvl6pPr>
            <a:lvl7pPr marL="3200400" lvl="6" indent="-330200">
              <a:lnSpc>
                <a:spcPct val="115000"/>
              </a:lnSpc>
              <a:spcBef>
                <a:spcPts val="1600"/>
              </a:spcBef>
              <a:spcAft>
                <a:spcPts val="0"/>
              </a:spcAft>
              <a:buClr>
                <a:schemeClr val="dk2"/>
              </a:buClr>
              <a:buSzPts val="1600"/>
              <a:buFont typeface="Tajawal"/>
              <a:buChar char="●"/>
              <a:defRPr sz="1600">
                <a:solidFill>
                  <a:schemeClr val="dk2"/>
                </a:solidFill>
                <a:latin typeface="Tajawal"/>
                <a:ea typeface="Tajawal"/>
                <a:cs typeface="Tajawal"/>
                <a:sym typeface="Tajawal"/>
              </a:defRPr>
            </a:lvl7pPr>
            <a:lvl8pPr marL="3657600" lvl="7" indent="-330200">
              <a:lnSpc>
                <a:spcPct val="115000"/>
              </a:lnSpc>
              <a:spcBef>
                <a:spcPts val="1600"/>
              </a:spcBef>
              <a:spcAft>
                <a:spcPts val="0"/>
              </a:spcAft>
              <a:buClr>
                <a:schemeClr val="dk2"/>
              </a:buClr>
              <a:buSzPts val="1600"/>
              <a:buFont typeface="Tajawal"/>
              <a:buChar char="○"/>
              <a:defRPr sz="1600">
                <a:solidFill>
                  <a:schemeClr val="dk2"/>
                </a:solidFill>
                <a:latin typeface="Tajawal"/>
                <a:ea typeface="Tajawal"/>
                <a:cs typeface="Tajawal"/>
                <a:sym typeface="Tajawal"/>
              </a:defRPr>
            </a:lvl8pPr>
            <a:lvl9pPr marL="4114800" lvl="8" indent="-330200">
              <a:lnSpc>
                <a:spcPct val="115000"/>
              </a:lnSpc>
              <a:spcBef>
                <a:spcPts val="1600"/>
              </a:spcBef>
              <a:spcAft>
                <a:spcPts val="1600"/>
              </a:spcAft>
              <a:buClr>
                <a:schemeClr val="dk2"/>
              </a:buClr>
              <a:buSzPts val="1600"/>
              <a:buFont typeface="Tajawal"/>
              <a:buChar char="■"/>
              <a:defRPr sz="1600">
                <a:solidFill>
                  <a:schemeClr val="dk2"/>
                </a:solidFill>
                <a:latin typeface="Tajawal"/>
                <a:ea typeface="Tajawal"/>
                <a:cs typeface="Tajawal"/>
                <a:sym typeface="Tajaw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8" r:id="rId5"/>
    <p:sldLayoutId id="2147483659" r:id="rId6"/>
    <p:sldLayoutId id="2147483664" r:id="rId7"/>
    <p:sldLayoutId id="2147483667" r:id="rId8"/>
    <p:sldLayoutId id="214748366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slide" Target="slide5.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2.xml"/><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slide" Target="slide10.xml"/><Relationship Id="rId5" Type="http://schemas.openxmlformats.org/officeDocument/2006/relationships/slide" Target="slide5.xml"/><Relationship Id="rId10" Type="http://schemas.openxmlformats.org/officeDocument/2006/relationships/slide" Target="slide8.xml"/><Relationship Id="rId4" Type="http://schemas.openxmlformats.org/officeDocument/2006/relationships/image" Target="../media/image2.png"/><Relationship Id="rId9" Type="http://schemas.openxmlformats.org/officeDocument/2006/relationships/slide" Target="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2.xml"/><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3.png"/><Relationship Id="rId11" Type="http://schemas.openxmlformats.org/officeDocument/2006/relationships/slide" Target="slide10.xml"/><Relationship Id="rId5" Type="http://schemas.openxmlformats.org/officeDocument/2006/relationships/slide" Target="slide5.xml"/><Relationship Id="rId10" Type="http://schemas.openxmlformats.org/officeDocument/2006/relationships/slide" Target="slide8.xml"/><Relationship Id="rId4" Type="http://schemas.openxmlformats.org/officeDocument/2006/relationships/image" Target="../media/image2.png"/><Relationship Id="rId9" Type="http://schemas.openxmlformats.org/officeDocument/2006/relationships/slide" Target="slide2.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png"/><Relationship Id="rId7" Type="http://schemas.openxmlformats.org/officeDocument/2006/relationships/image" Target="../media/image3.png"/><Relationship Id="rId12" Type="http://schemas.openxmlformats.org/officeDocument/2006/relationships/slide" Target="slide10.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slide" Target="slide5.xml"/><Relationship Id="rId11" Type="http://schemas.openxmlformats.org/officeDocument/2006/relationships/slide" Target="slide8.xml"/><Relationship Id="rId5" Type="http://schemas.openxmlformats.org/officeDocument/2006/relationships/image" Target="../media/image2.png"/><Relationship Id="rId10" Type="http://schemas.openxmlformats.org/officeDocument/2006/relationships/slide" Target="slide2.xml"/><Relationship Id="rId4" Type="http://schemas.openxmlformats.org/officeDocument/2006/relationships/slide" Target="slide12.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2.xml"/><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slide" Target="slide10.xml"/><Relationship Id="rId5" Type="http://schemas.openxmlformats.org/officeDocument/2006/relationships/slide" Target="slide5.xml"/><Relationship Id="rId10" Type="http://schemas.openxmlformats.org/officeDocument/2006/relationships/slide" Target="slide8.xml"/><Relationship Id="rId4" Type="http://schemas.openxmlformats.org/officeDocument/2006/relationships/image" Target="../media/image2.png"/><Relationship Id="rId9" Type="http://schemas.openxmlformats.org/officeDocument/2006/relationships/slide" Target="slide2.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7.png"/><Relationship Id="rId3" Type="http://schemas.openxmlformats.org/officeDocument/2006/relationships/slide" Target="slide12.xml"/><Relationship Id="rId7" Type="http://schemas.openxmlformats.org/officeDocument/2006/relationships/image" Target="../media/image4.png"/><Relationship Id="rId12" Type="http://schemas.openxmlformats.org/officeDocument/2006/relationships/slide" Target="slide10.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3.png"/><Relationship Id="rId11" Type="http://schemas.openxmlformats.org/officeDocument/2006/relationships/slide" Target="slide8.xml"/><Relationship Id="rId5" Type="http://schemas.openxmlformats.org/officeDocument/2006/relationships/slide" Target="slide11.xml"/><Relationship Id="rId10" Type="http://schemas.openxmlformats.org/officeDocument/2006/relationships/slide" Target="slide5.xml"/><Relationship Id="rId4" Type="http://schemas.openxmlformats.org/officeDocument/2006/relationships/image" Target="../media/image2.png"/><Relationship Id="rId9" Type="http://schemas.openxmlformats.org/officeDocument/2006/relationships/slide" Target="slide2.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2.xml"/><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10.xml"/><Relationship Id="rId5" Type="http://schemas.openxmlformats.org/officeDocument/2006/relationships/slide" Target="slide5.xml"/><Relationship Id="rId10" Type="http://schemas.openxmlformats.org/officeDocument/2006/relationships/slide" Target="slide8.xml"/><Relationship Id="rId4" Type="http://schemas.openxmlformats.org/officeDocument/2006/relationships/image" Target="../media/image2.png"/><Relationship Id="rId9" Type="http://schemas.openxmlformats.org/officeDocument/2006/relationships/slide" Target="slide2.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2.xml"/><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slide" Target="slide10.xml"/><Relationship Id="rId5" Type="http://schemas.openxmlformats.org/officeDocument/2006/relationships/slide" Target="slide5.xml"/><Relationship Id="rId10" Type="http://schemas.openxmlformats.org/officeDocument/2006/relationships/slide" Target="slide8.xml"/><Relationship Id="rId4" Type="http://schemas.openxmlformats.org/officeDocument/2006/relationships/image" Target="../media/image2.png"/><Relationship Id="rId9" Type="http://schemas.openxmlformats.org/officeDocument/2006/relationships/slide" Target="slide2.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2.xml"/><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png"/><Relationship Id="rId11" Type="http://schemas.openxmlformats.org/officeDocument/2006/relationships/slide" Target="slide10.xml"/><Relationship Id="rId5" Type="http://schemas.openxmlformats.org/officeDocument/2006/relationships/slide" Target="slide5.xml"/><Relationship Id="rId10" Type="http://schemas.openxmlformats.org/officeDocument/2006/relationships/slide" Target="slide8.xml"/><Relationship Id="rId4" Type="http://schemas.openxmlformats.org/officeDocument/2006/relationships/image" Target="../media/image2.png"/><Relationship Id="rId9" Type="http://schemas.openxmlformats.org/officeDocument/2006/relationships/slide" Target="slide2.xml"/></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2.xml"/><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slide" Target="slide10.xml"/><Relationship Id="rId5" Type="http://schemas.openxmlformats.org/officeDocument/2006/relationships/slide" Target="slide5.xml"/><Relationship Id="rId10" Type="http://schemas.openxmlformats.org/officeDocument/2006/relationships/slide" Target="slide8.xml"/><Relationship Id="rId4" Type="http://schemas.openxmlformats.org/officeDocument/2006/relationships/image" Target="../media/image2.png"/><Relationship Id="rId9" Type="http://schemas.openxmlformats.org/officeDocument/2006/relationships/slide" Target="slide2.xml"/></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2.xml"/><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3.png"/><Relationship Id="rId11" Type="http://schemas.openxmlformats.org/officeDocument/2006/relationships/slide" Target="slide10.xml"/><Relationship Id="rId5" Type="http://schemas.openxmlformats.org/officeDocument/2006/relationships/slide" Target="slide5.xml"/><Relationship Id="rId10" Type="http://schemas.openxmlformats.org/officeDocument/2006/relationships/slide" Target="slide8.xml"/><Relationship Id="rId4" Type="http://schemas.openxmlformats.org/officeDocument/2006/relationships/image" Target="../media/image2.png"/><Relationship Id="rId9" Type="http://schemas.openxmlformats.org/officeDocument/2006/relationships/slide" Target="slide2.xml"/></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5.xml"/><Relationship Id="rId7" Type="http://schemas.openxmlformats.org/officeDocument/2006/relationships/slide" Target="slide12.xml"/><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5.png"/><Relationship Id="rId11" Type="http://schemas.openxmlformats.org/officeDocument/2006/relationships/slide" Target="slide10.xml"/><Relationship Id="rId5" Type="http://schemas.openxmlformats.org/officeDocument/2006/relationships/image" Target="../media/image4.png"/><Relationship Id="rId10" Type="http://schemas.openxmlformats.org/officeDocument/2006/relationships/slide" Target="slide8.xml"/><Relationship Id="rId4" Type="http://schemas.openxmlformats.org/officeDocument/2006/relationships/image" Target="../media/image3.png"/><Relationship Id="rId9"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p25"/>
          <p:cNvPicPr preferRelativeResize="0"/>
          <p:nvPr/>
        </p:nvPicPr>
        <p:blipFill rotWithShape="1">
          <a:blip r:embed="rId3">
            <a:alphaModFix/>
          </a:blip>
          <a:srcRect t="465" b="465"/>
          <a:stretch/>
        </p:blipFill>
        <p:spPr>
          <a:xfrm>
            <a:off x="7599675" y="656275"/>
            <a:ext cx="230150" cy="224350"/>
          </a:xfrm>
          <a:prstGeom prst="rect">
            <a:avLst/>
          </a:prstGeom>
          <a:noFill/>
          <a:ln>
            <a:noFill/>
          </a:ln>
        </p:spPr>
      </p:pic>
      <p:sp>
        <p:nvSpPr>
          <p:cNvPr id="348" name="Google Shape;348;p25"/>
          <p:cNvSpPr txBox="1">
            <a:spLocks noGrp="1"/>
          </p:cNvSpPr>
          <p:nvPr>
            <p:ph type="ctrTitle"/>
          </p:nvPr>
        </p:nvSpPr>
        <p:spPr>
          <a:xfrm>
            <a:off x="1342710" y="1285664"/>
            <a:ext cx="6458580" cy="2052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sz="2800" dirty="0"/>
              <a:t>Predicting Adult Autism Screening</a:t>
            </a:r>
            <a:br>
              <a:rPr lang="en-US" sz="2800" dirty="0"/>
            </a:br>
            <a:r>
              <a:rPr lang="en-US" sz="2800" dirty="0"/>
              <a:t>Outcomes Using Logistic Regression</a:t>
            </a:r>
            <a:endParaRPr sz="8000" dirty="0">
              <a:latin typeface="Raleway Black"/>
              <a:ea typeface="Raleway Black"/>
              <a:cs typeface="Raleway Black"/>
              <a:sym typeface="Raleway Black"/>
            </a:endParaRPr>
          </a:p>
        </p:txBody>
      </p:sp>
      <p:sp>
        <p:nvSpPr>
          <p:cNvPr id="349" name="Google Shape;349;p25"/>
          <p:cNvSpPr txBox="1">
            <a:spLocks noGrp="1"/>
          </p:cNvSpPr>
          <p:nvPr>
            <p:ph type="subTitle" idx="1"/>
          </p:nvPr>
        </p:nvSpPr>
        <p:spPr>
          <a:xfrm>
            <a:off x="1342711" y="2606739"/>
            <a:ext cx="6458573" cy="581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sz="2000" dirty="0"/>
              <a:t>A Data-Driven Approach to Preliminary ASD Screening</a:t>
            </a:r>
            <a:endParaRPr sz="2000" dirty="0"/>
          </a:p>
        </p:txBody>
      </p:sp>
      <p:sp>
        <p:nvSpPr>
          <p:cNvPr id="350" name="Google Shape;350;p25">
            <a:hlinkClick r:id="rId4" action="ppaction://hlinksldjump"/>
          </p:cNvPr>
          <p:cNvSpPr/>
          <p:nvPr/>
        </p:nvSpPr>
        <p:spPr>
          <a:xfrm>
            <a:off x="3702200" y="3771475"/>
            <a:ext cx="17397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dk1"/>
                </a:solidFill>
                <a:latin typeface="Raleway"/>
                <a:ea typeface="Raleway"/>
                <a:cs typeface="Raleway"/>
                <a:sym typeface="Raleway"/>
              </a:rPr>
              <a:t>ENTER</a:t>
            </a:r>
            <a:endParaRPr b="1" dirty="0">
              <a:solidFill>
                <a:schemeClr val="dk1"/>
              </a:solidFill>
              <a:latin typeface="Raleway"/>
              <a:ea typeface="Raleway"/>
              <a:cs typeface="Raleway"/>
              <a:sym typeface="Raleway"/>
            </a:endParaRPr>
          </a:p>
        </p:txBody>
      </p:sp>
      <p:sp>
        <p:nvSpPr>
          <p:cNvPr id="3" name="Google Shape;349;p25">
            <a:extLst>
              <a:ext uri="{FF2B5EF4-FFF2-40B4-BE49-F238E27FC236}">
                <a16:creationId xmlns:a16="http://schemas.microsoft.com/office/drawing/2014/main" id="{951D9423-BEA7-07B5-A299-FB249EDC0152}"/>
              </a:ext>
            </a:extLst>
          </p:cNvPr>
          <p:cNvSpPr txBox="1">
            <a:spLocks/>
          </p:cNvSpPr>
          <p:nvPr/>
        </p:nvSpPr>
        <p:spPr>
          <a:xfrm>
            <a:off x="1649094" y="3231327"/>
            <a:ext cx="5845800" cy="5817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2"/>
              </a:buClr>
              <a:buSzPts val="2800"/>
              <a:buFont typeface="Tajawal"/>
              <a:buNone/>
              <a:defRPr sz="2100" b="0" i="0" u="none" strike="noStrike" cap="none">
                <a:solidFill>
                  <a:schemeClr val="dk2"/>
                </a:solidFill>
                <a:latin typeface="Tajawal"/>
                <a:ea typeface="Tajawal"/>
                <a:cs typeface="Tajawal"/>
                <a:sym typeface="Tajawal"/>
              </a:defRPr>
            </a:lvl1pPr>
            <a:lvl2pPr marL="914400" marR="0" lvl="1" indent="-330200" algn="ctr" rtl="0">
              <a:lnSpc>
                <a:spcPct val="100000"/>
              </a:lnSpc>
              <a:spcBef>
                <a:spcPts val="0"/>
              </a:spcBef>
              <a:spcAft>
                <a:spcPts val="0"/>
              </a:spcAft>
              <a:buClr>
                <a:schemeClr val="dk2"/>
              </a:buClr>
              <a:buSzPts val="2800"/>
              <a:buFont typeface="Tajawal"/>
              <a:buNone/>
              <a:defRPr sz="2800" b="0" i="0" u="none" strike="noStrike" cap="none">
                <a:solidFill>
                  <a:schemeClr val="dk2"/>
                </a:solidFill>
                <a:latin typeface="Tajawal"/>
                <a:ea typeface="Tajawal"/>
                <a:cs typeface="Tajawal"/>
                <a:sym typeface="Tajawal"/>
              </a:defRPr>
            </a:lvl2pPr>
            <a:lvl3pPr marL="1371600" marR="0" lvl="2" indent="-330200" algn="ctr" rtl="0">
              <a:lnSpc>
                <a:spcPct val="100000"/>
              </a:lnSpc>
              <a:spcBef>
                <a:spcPts val="0"/>
              </a:spcBef>
              <a:spcAft>
                <a:spcPts val="0"/>
              </a:spcAft>
              <a:buClr>
                <a:schemeClr val="dk2"/>
              </a:buClr>
              <a:buSzPts val="2800"/>
              <a:buFont typeface="Tajawal"/>
              <a:buNone/>
              <a:defRPr sz="2800" b="0" i="0" u="none" strike="noStrike" cap="none">
                <a:solidFill>
                  <a:schemeClr val="dk2"/>
                </a:solidFill>
                <a:latin typeface="Tajawal"/>
                <a:ea typeface="Tajawal"/>
                <a:cs typeface="Tajawal"/>
                <a:sym typeface="Tajawal"/>
              </a:defRPr>
            </a:lvl3pPr>
            <a:lvl4pPr marL="1828800" marR="0" lvl="3" indent="-330200" algn="ctr" rtl="0">
              <a:lnSpc>
                <a:spcPct val="100000"/>
              </a:lnSpc>
              <a:spcBef>
                <a:spcPts val="0"/>
              </a:spcBef>
              <a:spcAft>
                <a:spcPts val="0"/>
              </a:spcAft>
              <a:buClr>
                <a:schemeClr val="dk2"/>
              </a:buClr>
              <a:buSzPts val="2800"/>
              <a:buFont typeface="Tajawal"/>
              <a:buNone/>
              <a:defRPr sz="2800" b="0" i="0" u="none" strike="noStrike" cap="none">
                <a:solidFill>
                  <a:schemeClr val="dk2"/>
                </a:solidFill>
                <a:latin typeface="Tajawal"/>
                <a:ea typeface="Tajawal"/>
                <a:cs typeface="Tajawal"/>
                <a:sym typeface="Tajawal"/>
              </a:defRPr>
            </a:lvl4pPr>
            <a:lvl5pPr marL="2286000" marR="0" lvl="4" indent="-330200" algn="ctr" rtl="0">
              <a:lnSpc>
                <a:spcPct val="100000"/>
              </a:lnSpc>
              <a:spcBef>
                <a:spcPts val="0"/>
              </a:spcBef>
              <a:spcAft>
                <a:spcPts val="0"/>
              </a:spcAft>
              <a:buClr>
                <a:schemeClr val="dk2"/>
              </a:buClr>
              <a:buSzPts val="2800"/>
              <a:buFont typeface="Tajawal"/>
              <a:buNone/>
              <a:defRPr sz="2800" b="0" i="0" u="none" strike="noStrike" cap="none">
                <a:solidFill>
                  <a:schemeClr val="dk2"/>
                </a:solidFill>
                <a:latin typeface="Tajawal"/>
                <a:ea typeface="Tajawal"/>
                <a:cs typeface="Tajawal"/>
                <a:sym typeface="Tajawal"/>
              </a:defRPr>
            </a:lvl5pPr>
            <a:lvl6pPr marL="2743200" marR="0" lvl="5" indent="-330200" algn="ctr" rtl="0">
              <a:lnSpc>
                <a:spcPct val="100000"/>
              </a:lnSpc>
              <a:spcBef>
                <a:spcPts val="0"/>
              </a:spcBef>
              <a:spcAft>
                <a:spcPts val="0"/>
              </a:spcAft>
              <a:buClr>
                <a:schemeClr val="dk2"/>
              </a:buClr>
              <a:buSzPts val="2800"/>
              <a:buFont typeface="Tajawal"/>
              <a:buNone/>
              <a:defRPr sz="2800" b="0" i="0" u="none" strike="noStrike" cap="none">
                <a:solidFill>
                  <a:schemeClr val="dk2"/>
                </a:solidFill>
                <a:latin typeface="Tajawal"/>
                <a:ea typeface="Tajawal"/>
                <a:cs typeface="Tajawal"/>
                <a:sym typeface="Tajawal"/>
              </a:defRPr>
            </a:lvl6pPr>
            <a:lvl7pPr marL="3200400" marR="0" lvl="6" indent="-330200" algn="ctr" rtl="0">
              <a:lnSpc>
                <a:spcPct val="100000"/>
              </a:lnSpc>
              <a:spcBef>
                <a:spcPts val="0"/>
              </a:spcBef>
              <a:spcAft>
                <a:spcPts val="0"/>
              </a:spcAft>
              <a:buClr>
                <a:schemeClr val="dk2"/>
              </a:buClr>
              <a:buSzPts val="2800"/>
              <a:buFont typeface="Tajawal"/>
              <a:buNone/>
              <a:defRPr sz="2800" b="0" i="0" u="none" strike="noStrike" cap="none">
                <a:solidFill>
                  <a:schemeClr val="dk2"/>
                </a:solidFill>
                <a:latin typeface="Tajawal"/>
                <a:ea typeface="Tajawal"/>
                <a:cs typeface="Tajawal"/>
                <a:sym typeface="Tajawal"/>
              </a:defRPr>
            </a:lvl7pPr>
            <a:lvl8pPr marL="3657600" marR="0" lvl="7" indent="-330200" algn="ctr" rtl="0">
              <a:lnSpc>
                <a:spcPct val="100000"/>
              </a:lnSpc>
              <a:spcBef>
                <a:spcPts val="0"/>
              </a:spcBef>
              <a:spcAft>
                <a:spcPts val="0"/>
              </a:spcAft>
              <a:buClr>
                <a:schemeClr val="dk2"/>
              </a:buClr>
              <a:buSzPts val="2800"/>
              <a:buFont typeface="Tajawal"/>
              <a:buNone/>
              <a:defRPr sz="2800" b="0" i="0" u="none" strike="noStrike" cap="none">
                <a:solidFill>
                  <a:schemeClr val="dk2"/>
                </a:solidFill>
                <a:latin typeface="Tajawal"/>
                <a:ea typeface="Tajawal"/>
                <a:cs typeface="Tajawal"/>
                <a:sym typeface="Tajawal"/>
              </a:defRPr>
            </a:lvl8pPr>
            <a:lvl9pPr marL="4114800" marR="0" lvl="8" indent="-330200" algn="ctr" rtl="0">
              <a:lnSpc>
                <a:spcPct val="100000"/>
              </a:lnSpc>
              <a:spcBef>
                <a:spcPts val="0"/>
              </a:spcBef>
              <a:spcAft>
                <a:spcPts val="0"/>
              </a:spcAft>
              <a:buClr>
                <a:schemeClr val="dk2"/>
              </a:buClr>
              <a:buSzPts val="2800"/>
              <a:buFont typeface="Tajawal"/>
              <a:buNone/>
              <a:defRPr sz="2800" b="0" i="0" u="none" strike="noStrike" cap="none">
                <a:solidFill>
                  <a:schemeClr val="dk2"/>
                </a:solidFill>
                <a:latin typeface="Tajawal"/>
                <a:ea typeface="Tajawal"/>
                <a:cs typeface="Tajawal"/>
                <a:sym typeface="Tajawal"/>
              </a:defRPr>
            </a:lvl9pPr>
          </a:lstStyle>
          <a:p>
            <a:pPr marL="0" indent="0"/>
            <a:r>
              <a:rPr lang="en-US" sz="1400" dirty="0"/>
              <a:t>Baldwin, Jamie	STAT 6302</a:t>
            </a:r>
          </a:p>
        </p:txBody>
      </p:sp>
      <p:sp>
        <p:nvSpPr>
          <p:cNvPr id="2" name="TextBox 1">
            <a:extLst>
              <a:ext uri="{FF2B5EF4-FFF2-40B4-BE49-F238E27FC236}">
                <a16:creationId xmlns:a16="http://schemas.microsoft.com/office/drawing/2014/main" id="{AFACF67A-43C1-DDE9-80B3-8F502947FC84}"/>
              </a:ext>
            </a:extLst>
          </p:cNvPr>
          <p:cNvSpPr txBox="1"/>
          <p:nvPr/>
        </p:nvSpPr>
        <p:spPr>
          <a:xfrm>
            <a:off x="8859948" y="0"/>
            <a:ext cx="284052" cy="307777"/>
          </a:xfrm>
          <a:prstGeom prst="rect">
            <a:avLst/>
          </a:prstGeom>
          <a:noFill/>
        </p:spPr>
        <p:txBody>
          <a:bodyPr wrap="none" rtlCol="0">
            <a:spAutoFit/>
          </a:bodyPr>
          <a:lstStyle/>
          <a:p>
            <a:r>
              <a:rPr lang="en-US" dirty="0">
                <a:solidFill>
                  <a:schemeClr val="tx1"/>
                </a:solidFill>
                <a:latin typeface="Raleway Black" pitchFamily="2" charset="0"/>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30">
            <a:hlinkClick r:id="rId3" action="ppaction://hlinksldjump"/>
          </p:cNvPr>
          <p:cNvPicPr preferRelativeResize="0"/>
          <p:nvPr/>
        </p:nvPicPr>
        <p:blipFill rotWithShape="1">
          <a:blip r:embed="rId4">
            <a:alphaModFix/>
          </a:blip>
          <a:srcRect t="465" b="475"/>
          <a:stretch/>
        </p:blipFill>
        <p:spPr>
          <a:xfrm>
            <a:off x="7533725" y="496125"/>
            <a:ext cx="265550" cy="258850"/>
          </a:xfrm>
          <a:prstGeom prst="rect">
            <a:avLst/>
          </a:prstGeom>
          <a:noFill/>
          <a:ln>
            <a:noFill/>
          </a:ln>
        </p:spPr>
      </p:pic>
      <p:grpSp>
        <p:nvGrpSpPr>
          <p:cNvPr id="473" name="Google Shape;473;p30"/>
          <p:cNvGrpSpPr/>
          <p:nvPr/>
        </p:nvGrpSpPr>
        <p:grpSpPr>
          <a:xfrm>
            <a:off x="2418350" y="3251300"/>
            <a:ext cx="4950300" cy="1725900"/>
            <a:chOff x="2418350" y="3251300"/>
            <a:chExt cx="4950300" cy="1725900"/>
          </a:xfrm>
        </p:grpSpPr>
        <p:sp>
          <p:nvSpPr>
            <p:cNvPr id="474" name="Google Shape;474;p30"/>
            <p:cNvSpPr/>
            <p:nvPr/>
          </p:nvSpPr>
          <p:spPr>
            <a:xfrm>
              <a:off x="2418350" y="3708200"/>
              <a:ext cx="4950300" cy="12690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p:cNvSpPr/>
            <p:nvPr/>
          </p:nvSpPr>
          <p:spPr>
            <a:xfrm>
              <a:off x="2418350" y="3251300"/>
              <a:ext cx="49503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p:cNvSpPr/>
            <p:nvPr/>
          </p:nvSpPr>
          <p:spPr>
            <a:xfrm>
              <a:off x="6880425" y="3251300"/>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7" name="Google Shape;477;p30"/>
          <p:cNvSpPr txBox="1">
            <a:spLocks noGrp="1"/>
          </p:cNvSpPr>
          <p:nvPr>
            <p:ph type="title"/>
          </p:nvPr>
        </p:nvSpPr>
        <p:spPr>
          <a:xfrm>
            <a:off x="2570850" y="2366563"/>
            <a:ext cx="4661400" cy="762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INTRODUCTION</a:t>
            </a:r>
            <a:endParaRPr dirty="0"/>
          </a:p>
        </p:txBody>
      </p:sp>
      <p:sp>
        <p:nvSpPr>
          <p:cNvPr id="478" name="Google Shape;478;p30"/>
          <p:cNvSpPr txBox="1">
            <a:spLocks noGrp="1"/>
          </p:cNvSpPr>
          <p:nvPr>
            <p:ph type="subTitle" idx="1"/>
          </p:nvPr>
        </p:nvSpPr>
        <p:spPr>
          <a:xfrm>
            <a:off x="3159975" y="3992000"/>
            <a:ext cx="3483000" cy="701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Why Use Data for Autism Screening?</a:t>
            </a:r>
            <a:endParaRPr dirty="0"/>
          </a:p>
        </p:txBody>
      </p:sp>
      <p:sp>
        <p:nvSpPr>
          <p:cNvPr id="479" name="Google Shape;479;p30"/>
          <p:cNvSpPr txBox="1">
            <a:spLocks noGrp="1"/>
          </p:cNvSpPr>
          <p:nvPr>
            <p:ph type="title" idx="2"/>
          </p:nvPr>
        </p:nvSpPr>
        <p:spPr>
          <a:xfrm>
            <a:off x="4244000" y="1256362"/>
            <a:ext cx="1299000" cy="1065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01.</a:t>
            </a:r>
            <a:endParaRPr/>
          </a:p>
        </p:txBody>
      </p:sp>
      <p:pic>
        <p:nvPicPr>
          <p:cNvPr id="480" name="Google Shape;480;p30">
            <a:hlinkClick r:id="rId3" action="ppaction://hlinksldjump"/>
          </p:cNvPr>
          <p:cNvPicPr preferRelativeResize="0"/>
          <p:nvPr/>
        </p:nvPicPr>
        <p:blipFill rotWithShape="1">
          <a:blip r:embed="rId4">
            <a:alphaModFix/>
          </a:blip>
          <a:srcRect t="465" b="475"/>
          <a:stretch/>
        </p:blipFill>
        <p:spPr>
          <a:xfrm>
            <a:off x="6991700" y="3350325"/>
            <a:ext cx="265550" cy="258850"/>
          </a:xfrm>
          <a:prstGeom prst="rect">
            <a:avLst/>
          </a:prstGeom>
          <a:noFill/>
          <a:ln>
            <a:noFill/>
          </a:ln>
        </p:spPr>
      </p:pic>
      <p:pic>
        <p:nvPicPr>
          <p:cNvPr id="481" name="Google Shape;481;p30">
            <a:hlinkClick r:id="rId5" action="ppaction://hlinksldjump"/>
          </p:cNvPr>
          <p:cNvPicPr preferRelativeResize="0"/>
          <p:nvPr/>
        </p:nvPicPr>
        <p:blipFill rotWithShape="1">
          <a:blip r:embed="rId6">
            <a:alphaModFix/>
          </a:blip>
          <a:srcRect t="941" b="941"/>
          <a:stretch/>
        </p:blipFill>
        <p:spPr>
          <a:xfrm>
            <a:off x="237300" y="550513"/>
            <a:ext cx="294878" cy="230099"/>
          </a:xfrm>
          <a:prstGeom prst="rect">
            <a:avLst/>
          </a:prstGeom>
          <a:noFill/>
          <a:ln>
            <a:noFill/>
          </a:ln>
        </p:spPr>
      </p:pic>
      <p:pic>
        <p:nvPicPr>
          <p:cNvPr id="482" name="Google Shape;482;p30">
            <a:hlinkClick r:id="" action="ppaction://hlinkshowjump?jump=previousslide"/>
          </p:cNvPr>
          <p:cNvPicPr preferRelativeResize="0"/>
          <p:nvPr/>
        </p:nvPicPr>
        <p:blipFill>
          <a:blip r:embed="rId7">
            <a:alphaModFix/>
          </a:blip>
          <a:stretch>
            <a:fillRect/>
          </a:stretch>
        </p:blipFill>
        <p:spPr>
          <a:xfrm>
            <a:off x="237301" y="1181549"/>
            <a:ext cx="294875" cy="307964"/>
          </a:xfrm>
          <a:prstGeom prst="rect">
            <a:avLst/>
          </a:prstGeom>
          <a:noFill/>
          <a:ln>
            <a:noFill/>
          </a:ln>
        </p:spPr>
      </p:pic>
      <p:pic>
        <p:nvPicPr>
          <p:cNvPr id="483" name="Google Shape;483;p30">
            <a:hlinkClick r:id="" action="ppaction://hlinkshowjump?jump=nextslide"/>
          </p:cNvPr>
          <p:cNvPicPr preferRelativeResize="0"/>
          <p:nvPr/>
        </p:nvPicPr>
        <p:blipFill>
          <a:blip r:embed="rId7">
            <a:alphaModFix/>
          </a:blip>
          <a:stretch>
            <a:fillRect/>
          </a:stretch>
        </p:blipFill>
        <p:spPr>
          <a:xfrm flipH="1">
            <a:off x="237301" y="3724924"/>
            <a:ext cx="294875" cy="307964"/>
          </a:xfrm>
          <a:prstGeom prst="rect">
            <a:avLst/>
          </a:prstGeom>
          <a:noFill/>
          <a:ln>
            <a:noFill/>
          </a:ln>
        </p:spPr>
      </p:pic>
      <p:pic>
        <p:nvPicPr>
          <p:cNvPr id="484" name="Google Shape;484;p30">
            <a:hlinkClick r:id="" action="ppaction://noaction"/>
          </p:cNvPr>
          <p:cNvPicPr preferRelativeResize="0"/>
          <p:nvPr/>
        </p:nvPicPr>
        <p:blipFill rotWithShape="1">
          <a:blip r:embed="rId8">
            <a:alphaModFix/>
          </a:blip>
          <a:srcRect l="396" r="396"/>
          <a:stretch/>
        </p:blipFill>
        <p:spPr>
          <a:xfrm>
            <a:off x="228050" y="4350525"/>
            <a:ext cx="302603" cy="307950"/>
          </a:xfrm>
          <a:prstGeom prst="rect">
            <a:avLst/>
          </a:prstGeom>
          <a:noFill/>
          <a:ln>
            <a:noFill/>
          </a:ln>
        </p:spPr>
      </p:pic>
      <p:sp>
        <p:nvSpPr>
          <p:cNvPr id="485" name="Google Shape;485;p30">
            <a:hlinkClick r:id="rId9" action="ppaction://hlinksldjump"/>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486" name="Google Shape;486;p30">
            <a:hlinkClick r:id="rId5" action="ppaction://hlinksldjump"/>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487" name="Google Shape;487;p30">
            <a:hlinkClick r:id="rId10" action="ppaction://hlinksldjump"/>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488" name="Google Shape;488;p30">
            <a:hlinkClick r:id="rId11" action="ppaction://hlinksldjump"/>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sp>
        <p:nvSpPr>
          <p:cNvPr id="2" name="TextBox 1">
            <a:extLst>
              <a:ext uri="{FF2B5EF4-FFF2-40B4-BE49-F238E27FC236}">
                <a16:creationId xmlns:a16="http://schemas.microsoft.com/office/drawing/2014/main" id="{5716C7EF-D7FC-6F64-01C4-320B1CDD57E1}"/>
              </a:ext>
            </a:extLst>
          </p:cNvPr>
          <p:cNvSpPr txBox="1"/>
          <p:nvPr/>
        </p:nvSpPr>
        <p:spPr>
          <a:xfrm>
            <a:off x="8859948" y="0"/>
            <a:ext cx="292068" cy="307777"/>
          </a:xfrm>
          <a:prstGeom prst="rect">
            <a:avLst/>
          </a:prstGeom>
          <a:noFill/>
        </p:spPr>
        <p:txBody>
          <a:bodyPr wrap="none" rtlCol="0">
            <a:spAutoFit/>
          </a:bodyPr>
          <a:lstStyle/>
          <a:p>
            <a:r>
              <a:rPr lang="en-US" dirty="0">
                <a:solidFill>
                  <a:schemeClr val="tx1"/>
                </a:solidFill>
                <a:latin typeface="Raleway Black" pitchFamily="2"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31"/>
          <p:cNvSpPr txBox="1">
            <a:spLocks noGrp="1"/>
          </p:cNvSpPr>
          <p:nvPr>
            <p:ph type="title"/>
          </p:nvPr>
        </p:nvSpPr>
        <p:spPr>
          <a:xfrm>
            <a:off x="1114050" y="393425"/>
            <a:ext cx="7103358" cy="572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2700" dirty="0"/>
              <a:t>Why This Matters (Background + Context)</a:t>
            </a:r>
            <a:endParaRPr sz="2700" dirty="0"/>
          </a:p>
        </p:txBody>
      </p:sp>
      <p:sp>
        <p:nvSpPr>
          <p:cNvPr id="494" name="Google Shape;494;p31"/>
          <p:cNvSpPr txBox="1">
            <a:spLocks noGrp="1"/>
          </p:cNvSpPr>
          <p:nvPr>
            <p:ph type="subTitle" idx="1"/>
          </p:nvPr>
        </p:nvSpPr>
        <p:spPr>
          <a:xfrm>
            <a:off x="1304545" y="1489513"/>
            <a:ext cx="7103358" cy="260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dirty="0">
              <a:solidFill>
                <a:srgbClr val="7030A0"/>
              </a:solidFill>
            </a:endParaRPr>
          </a:p>
          <a:p>
            <a:pPr marL="457200" lvl="0" indent="-330200" algn="l" rtl="0">
              <a:spcBef>
                <a:spcPts val="0"/>
              </a:spcBef>
              <a:spcAft>
                <a:spcPts val="0"/>
              </a:spcAft>
              <a:buSzPts val="1600"/>
              <a:buChar char="●"/>
            </a:pPr>
            <a:r>
              <a:rPr lang="en-US" dirty="0">
                <a:solidFill>
                  <a:srgbClr val="7030A0"/>
                </a:solidFill>
              </a:rPr>
              <a:t>Autism Diagnoses are often delayed</a:t>
            </a:r>
            <a:br>
              <a:rPr lang="en-US" dirty="0">
                <a:solidFill>
                  <a:srgbClr val="7030A0"/>
                </a:solidFill>
              </a:rPr>
            </a:br>
            <a:endParaRPr dirty="0">
              <a:solidFill>
                <a:srgbClr val="7030A0"/>
              </a:solidFill>
            </a:endParaRPr>
          </a:p>
          <a:p>
            <a:pPr marL="457200" lvl="0" indent="-330200" algn="l" rtl="0">
              <a:spcBef>
                <a:spcPts val="0"/>
              </a:spcBef>
              <a:spcAft>
                <a:spcPts val="0"/>
              </a:spcAft>
              <a:buSzPts val="1600"/>
              <a:buChar char="●"/>
            </a:pPr>
            <a:r>
              <a:rPr lang="en" dirty="0">
                <a:solidFill>
                  <a:srgbClr val="7030A0"/>
                </a:solidFill>
              </a:rPr>
              <a:t>Early identification can improve access to support and accommodations</a:t>
            </a:r>
            <a:br>
              <a:rPr lang="en" dirty="0">
                <a:solidFill>
                  <a:srgbClr val="7030A0"/>
                </a:solidFill>
              </a:rPr>
            </a:br>
            <a:endParaRPr dirty="0">
              <a:solidFill>
                <a:srgbClr val="7030A0"/>
              </a:solidFill>
            </a:endParaRPr>
          </a:p>
          <a:p>
            <a:pPr marL="457200" lvl="0" indent="-330200" algn="l" rtl="0">
              <a:spcBef>
                <a:spcPts val="0"/>
              </a:spcBef>
              <a:spcAft>
                <a:spcPts val="0"/>
              </a:spcAft>
              <a:buSzPts val="1600"/>
              <a:buChar char="●"/>
            </a:pPr>
            <a:r>
              <a:rPr lang="en-US" dirty="0">
                <a:solidFill>
                  <a:srgbClr val="7030A0"/>
                </a:solidFill>
              </a:rPr>
              <a:t>Screening tools like the Autism Spectrum Quotient (AQ-10) offer a quick alternative</a:t>
            </a:r>
          </a:p>
          <a:p>
            <a:pPr marL="127000" lvl="0" indent="0" algn="l" rtl="0">
              <a:spcBef>
                <a:spcPts val="0"/>
              </a:spcBef>
              <a:spcAft>
                <a:spcPts val="0"/>
              </a:spcAft>
              <a:buSzPts val="1600"/>
              <a:buNone/>
            </a:pPr>
            <a:endParaRPr lang="en-US" dirty="0">
              <a:solidFill>
                <a:srgbClr val="7030A0"/>
              </a:solidFill>
            </a:endParaRPr>
          </a:p>
          <a:p>
            <a:pPr marL="127000" lvl="0" indent="0" algn="l" rtl="0">
              <a:spcBef>
                <a:spcPts val="0"/>
              </a:spcBef>
              <a:spcAft>
                <a:spcPts val="0"/>
              </a:spcAft>
              <a:buSzPts val="1600"/>
              <a:buNone/>
            </a:pPr>
            <a:r>
              <a:rPr lang="en-US" dirty="0">
                <a:solidFill>
                  <a:srgbClr val="7030A0"/>
                </a:solidFill>
              </a:rPr>
              <a:t>Characteristics Present      Waitlist      Long Assessment      Delayed Diagnosis</a:t>
            </a:r>
          </a:p>
          <a:p>
            <a:pPr marL="127000" lvl="0" indent="0" algn="ctr" rtl="0">
              <a:spcBef>
                <a:spcPts val="0"/>
              </a:spcBef>
              <a:spcAft>
                <a:spcPts val="0"/>
              </a:spcAft>
              <a:buSzPts val="1600"/>
              <a:buNone/>
            </a:pPr>
            <a:r>
              <a:rPr lang="en-US" dirty="0">
                <a:solidFill>
                  <a:srgbClr val="7030A0"/>
                </a:solidFill>
              </a:rPr>
              <a:t>Vs</a:t>
            </a:r>
          </a:p>
          <a:p>
            <a:pPr marL="127000" lvl="0" indent="0" rtl="0">
              <a:spcBef>
                <a:spcPts val="0"/>
              </a:spcBef>
              <a:spcAft>
                <a:spcPts val="0"/>
              </a:spcAft>
              <a:buSzPts val="1600"/>
              <a:buNone/>
            </a:pPr>
            <a:r>
              <a:rPr lang="en-US" dirty="0">
                <a:solidFill>
                  <a:srgbClr val="7030A0"/>
                </a:solidFill>
              </a:rPr>
              <a:t>Quick Screen      Flagged for Evaluation      Earlier Support and Accommodations</a:t>
            </a:r>
            <a:endParaRPr dirty="0">
              <a:solidFill>
                <a:srgbClr val="7030A0"/>
              </a:solidFill>
            </a:endParaRPr>
          </a:p>
          <a:p>
            <a:pPr marL="0" lvl="0" indent="0" algn="l" rtl="0">
              <a:spcBef>
                <a:spcPts val="0"/>
              </a:spcBef>
              <a:spcAft>
                <a:spcPts val="0"/>
              </a:spcAft>
              <a:buNone/>
            </a:pPr>
            <a:endParaRPr dirty="0">
              <a:solidFill>
                <a:srgbClr val="7030A0"/>
              </a:solidFill>
            </a:endParaRPr>
          </a:p>
          <a:p>
            <a:pPr marL="0" lvl="0" indent="0" algn="l" rtl="0">
              <a:spcBef>
                <a:spcPts val="0"/>
              </a:spcBef>
              <a:spcAft>
                <a:spcPts val="0"/>
              </a:spcAft>
              <a:buNone/>
            </a:pPr>
            <a:r>
              <a:rPr lang="en" b="1" dirty="0">
                <a:solidFill>
                  <a:srgbClr val="7030A0"/>
                </a:solidFill>
              </a:rPr>
              <a:t>Goal: </a:t>
            </a:r>
            <a:r>
              <a:rPr lang="en" dirty="0">
                <a:solidFill>
                  <a:srgbClr val="7030A0"/>
                </a:solidFill>
              </a:rPr>
              <a:t>Can we build a model that flags individuals who may need further evaluation?</a:t>
            </a:r>
            <a:endParaRPr dirty="0">
              <a:solidFill>
                <a:srgbClr val="7030A0"/>
              </a:solidFill>
            </a:endParaRPr>
          </a:p>
        </p:txBody>
      </p:sp>
      <p:pic>
        <p:nvPicPr>
          <p:cNvPr id="495" name="Google Shape;495;p31">
            <a:hlinkClick r:id="rId3" action="ppaction://hlinksldjump"/>
          </p:cNvPr>
          <p:cNvPicPr preferRelativeResize="0"/>
          <p:nvPr/>
        </p:nvPicPr>
        <p:blipFill rotWithShape="1">
          <a:blip r:embed="rId4">
            <a:alphaModFix/>
          </a:blip>
          <a:srcRect t="465" b="475"/>
          <a:stretch/>
        </p:blipFill>
        <p:spPr>
          <a:xfrm>
            <a:off x="8446575" y="550350"/>
            <a:ext cx="265550" cy="258850"/>
          </a:xfrm>
          <a:prstGeom prst="rect">
            <a:avLst/>
          </a:prstGeom>
          <a:noFill/>
          <a:ln>
            <a:noFill/>
          </a:ln>
        </p:spPr>
      </p:pic>
      <p:pic>
        <p:nvPicPr>
          <p:cNvPr id="496" name="Google Shape;496;p31">
            <a:hlinkClick r:id="rId5" action="ppaction://hlinksldjump"/>
          </p:cNvPr>
          <p:cNvPicPr preferRelativeResize="0"/>
          <p:nvPr/>
        </p:nvPicPr>
        <p:blipFill rotWithShape="1">
          <a:blip r:embed="rId6">
            <a:alphaModFix/>
          </a:blip>
          <a:srcRect t="941" b="941"/>
          <a:stretch/>
        </p:blipFill>
        <p:spPr>
          <a:xfrm>
            <a:off x="237300" y="550513"/>
            <a:ext cx="294878" cy="230099"/>
          </a:xfrm>
          <a:prstGeom prst="rect">
            <a:avLst/>
          </a:prstGeom>
          <a:noFill/>
          <a:ln>
            <a:noFill/>
          </a:ln>
        </p:spPr>
      </p:pic>
      <p:pic>
        <p:nvPicPr>
          <p:cNvPr id="497" name="Google Shape;497;p31">
            <a:hlinkClick r:id="" action="ppaction://hlinkshowjump?jump=previousslide"/>
          </p:cNvPr>
          <p:cNvPicPr preferRelativeResize="0"/>
          <p:nvPr/>
        </p:nvPicPr>
        <p:blipFill>
          <a:blip r:embed="rId7">
            <a:alphaModFix/>
          </a:blip>
          <a:stretch>
            <a:fillRect/>
          </a:stretch>
        </p:blipFill>
        <p:spPr>
          <a:xfrm>
            <a:off x="237301" y="1181549"/>
            <a:ext cx="294875" cy="307964"/>
          </a:xfrm>
          <a:prstGeom prst="rect">
            <a:avLst/>
          </a:prstGeom>
          <a:noFill/>
          <a:ln>
            <a:noFill/>
          </a:ln>
        </p:spPr>
      </p:pic>
      <p:pic>
        <p:nvPicPr>
          <p:cNvPr id="498" name="Google Shape;498;p31">
            <a:hlinkClick r:id="" action="ppaction://hlinkshowjump?jump=nextslide"/>
          </p:cNvPr>
          <p:cNvPicPr preferRelativeResize="0"/>
          <p:nvPr/>
        </p:nvPicPr>
        <p:blipFill>
          <a:blip r:embed="rId7">
            <a:alphaModFix/>
          </a:blip>
          <a:stretch>
            <a:fillRect/>
          </a:stretch>
        </p:blipFill>
        <p:spPr>
          <a:xfrm flipH="1">
            <a:off x="237301" y="3724924"/>
            <a:ext cx="294875" cy="307964"/>
          </a:xfrm>
          <a:prstGeom prst="rect">
            <a:avLst/>
          </a:prstGeom>
          <a:noFill/>
          <a:ln>
            <a:noFill/>
          </a:ln>
        </p:spPr>
      </p:pic>
      <p:pic>
        <p:nvPicPr>
          <p:cNvPr id="499" name="Google Shape;499;p31">
            <a:hlinkClick r:id="" action="ppaction://noaction"/>
          </p:cNvPr>
          <p:cNvPicPr preferRelativeResize="0"/>
          <p:nvPr/>
        </p:nvPicPr>
        <p:blipFill rotWithShape="1">
          <a:blip r:embed="rId8">
            <a:alphaModFix/>
          </a:blip>
          <a:srcRect l="396" r="396"/>
          <a:stretch/>
        </p:blipFill>
        <p:spPr>
          <a:xfrm>
            <a:off x="228050" y="4350525"/>
            <a:ext cx="302603" cy="307950"/>
          </a:xfrm>
          <a:prstGeom prst="rect">
            <a:avLst/>
          </a:prstGeom>
          <a:noFill/>
          <a:ln>
            <a:noFill/>
          </a:ln>
        </p:spPr>
      </p:pic>
      <p:sp>
        <p:nvSpPr>
          <p:cNvPr id="500" name="Google Shape;500;p31">
            <a:hlinkClick r:id="rId9" action="ppaction://hlinksldjump"/>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501" name="Google Shape;501;p31">
            <a:hlinkClick r:id="rId5" action="ppaction://hlinksldjump"/>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502" name="Google Shape;502;p31">
            <a:hlinkClick r:id="rId10" action="ppaction://hlinksldjump"/>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503" name="Google Shape;503;p31">
            <a:hlinkClick r:id="rId11" action="ppaction://hlinksldjump"/>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sp>
        <p:nvSpPr>
          <p:cNvPr id="6" name="Google Shape;2247;p63">
            <a:extLst>
              <a:ext uri="{FF2B5EF4-FFF2-40B4-BE49-F238E27FC236}">
                <a16:creationId xmlns:a16="http://schemas.microsoft.com/office/drawing/2014/main" id="{7621BC54-AC3A-A59A-06B3-CC070F0FA5EC}"/>
              </a:ext>
            </a:extLst>
          </p:cNvPr>
          <p:cNvSpPr/>
          <p:nvPr/>
        </p:nvSpPr>
        <p:spPr>
          <a:xfrm>
            <a:off x="3442081" y="3198294"/>
            <a:ext cx="216568" cy="153011"/>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chemeClr val="accent2"/>
          </a:solidFill>
          <a:ln w="9525" cap="flat" cmpd="sng">
            <a:solidFill>
              <a:srgbClr val="7030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247;p63">
            <a:extLst>
              <a:ext uri="{FF2B5EF4-FFF2-40B4-BE49-F238E27FC236}">
                <a16:creationId xmlns:a16="http://schemas.microsoft.com/office/drawing/2014/main" id="{8E8A15AE-90B7-1516-F7BA-2E86BEF7F747}"/>
              </a:ext>
            </a:extLst>
          </p:cNvPr>
          <p:cNvSpPr/>
          <p:nvPr/>
        </p:nvSpPr>
        <p:spPr>
          <a:xfrm>
            <a:off x="4402545" y="3198294"/>
            <a:ext cx="216568" cy="153011"/>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chemeClr val="accent2"/>
          </a:solidFill>
          <a:ln w="9525" cap="flat" cmpd="sng">
            <a:solidFill>
              <a:srgbClr val="7030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247;p63">
            <a:extLst>
              <a:ext uri="{FF2B5EF4-FFF2-40B4-BE49-F238E27FC236}">
                <a16:creationId xmlns:a16="http://schemas.microsoft.com/office/drawing/2014/main" id="{0E013BF0-10D4-4B0F-B2FD-E1A54D90CD92}"/>
              </a:ext>
            </a:extLst>
          </p:cNvPr>
          <p:cNvSpPr/>
          <p:nvPr/>
        </p:nvSpPr>
        <p:spPr>
          <a:xfrm>
            <a:off x="6188656" y="3198293"/>
            <a:ext cx="216568" cy="153011"/>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chemeClr val="accent2"/>
          </a:solidFill>
          <a:ln w="9525" cap="flat" cmpd="sng">
            <a:solidFill>
              <a:srgbClr val="7030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247;p63">
            <a:extLst>
              <a:ext uri="{FF2B5EF4-FFF2-40B4-BE49-F238E27FC236}">
                <a16:creationId xmlns:a16="http://schemas.microsoft.com/office/drawing/2014/main" id="{8BD25EC8-1A83-3D6C-D965-57982874EEFC}"/>
              </a:ext>
            </a:extLst>
          </p:cNvPr>
          <p:cNvSpPr/>
          <p:nvPr/>
        </p:nvSpPr>
        <p:spPr>
          <a:xfrm>
            <a:off x="2568647" y="3648418"/>
            <a:ext cx="216568" cy="153011"/>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chemeClr val="accent2"/>
          </a:solidFill>
          <a:ln w="9525" cap="flat" cmpd="sng">
            <a:solidFill>
              <a:srgbClr val="7030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247;p63">
            <a:extLst>
              <a:ext uri="{FF2B5EF4-FFF2-40B4-BE49-F238E27FC236}">
                <a16:creationId xmlns:a16="http://schemas.microsoft.com/office/drawing/2014/main" id="{58F94897-3CB1-D558-D713-FE197071B207}"/>
              </a:ext>
            </a:extLst>
          </p:cNvPr>
          <p:cNvSpPr/>
          <p:nvPr/>
        </p:nvSpPr>
        <p:spPr>
          <a:xfrm>
            <a:off x="4747940" y="3648418"/>
            <a:ext cx="216568" cy="153011"/>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chemeClr val="accent2"/>
          </a:solidFill>
          <a:ln w="9525" cap="flat" cmpd="sng">
            <a:solidFill>
              <a:srgbClr val="7030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ABCA9C86-9890-5E48-96E6-9095A9B74771}"/>
              </a:ext>
            </a:extLst>
          </p:cNvPr>
          <p:cNvSpPr txBox="1"/>
          <p:nvPr/>
        </p:nvSpPr>
        <p:spPr>
          <a:xfrm>
            <a:off x="8859948" y="0"/>
            <a:ext cx="288862" cy="307777"/>
          </a:xfrm>
          <a:prstGeom prst="rect">
            <a:avLst/>
          </a:prstGeom>
          <a:noFill/>
        </p:spPr>
        <p:txBody>
          <a:bodyPr wrap="none" rtlCol="0">
            <a:spAutoFit/>
          </a:bodyPr>
          <a:lstStyle/>
          <a:p>
            <a:r>
              <a:rPr lang="en-US" dirty="0">
                <a:solidFill>
                  <a:schemeClr val="tx1"/>
                </a:solidFill>
                <a:latin typeface="Raleway Black" pitchFamily="2" charset="0"/>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1">
          <a:extLst>
            <a:ext uri="{FF2B5EF4-FFF2-40B4-BE49-F238E27FC236}">
              <a16:creationId xmlns:a16="http://schemas.microsoft.com/office/drawing/2014/main" id="{F4FD1F6F-833A-3C45-8DCD-CF86EAB9879B}"/>
            </a:ext>
          </a:extLst>
        </p:cNvPr>
        <p:cNvGrpSpPr/>
        <p:nvPr/>
      </p:nvGrpSpPr>
      <p:grpSpPr>
        <a:xfrm>
          <a:off x="0" y="0"/>
          <a:ext cx="0" cy="0"/>
          <a:chOff x="0" y="0"/>
          <a:chExt cx="0" cy="0"/>
        </a:xfrm>
      </p:grpSpPr>
      <p:sp>
        <p:nvSpPr>
          <p:cNvPr id="632" name="Google Shape;632;p35">
            <a:extLst>
              <a:ext uri="{FF2B5EF4-FFF2-40B4-BE49-F238E27FC236}">
                <a16:creationId xmlns:a16="http://schemas.microsoft.com/office/drawing/2014/main" id="{E83C2401-1F6D-AE2E-F4F5-2C394858AF30}"/>
              </a:ext>
            </a:extLst>
          </p:cNvPr>
          <p:cNvSpPr txBox="1">
            <a:spLocks noGrp="1"/>
          </p:cNvSpPr>
          <p:nvPr>
            <p:ph type="title"/>
          </p:nvPr>
        </p:nvSpPr>
        <p:spPr>
          <a:xfrm>
            <a:off x="1070029" y="434064"/>
            <a:ext cx="7109746" cy="508099"/>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How Does the AQ-10 Work?</a:t>
            </a:r>
            <a:endParaRPr dirty="0"/>
          </a:p>
        </p:txBody>
      </p:sp>
      <p:grpSp>
        <p:nvGrpSpPr>
          <p:cNvPr id="634" name="Google Shape;634;p35">
            <a:extLst>
              <a:ext uri="{FF2B5EF4-FFF2-40B4-BE49-F238E27FC236}">
                <a16:creationId xmlns:a16="http://schemas.microsoft.com/office/drawing/2014/main" id="{99DD5E9F-7C80-5389-4EA9-720FADA6B7A0}"/>
              </a:ext>
            </a:extLst>
          </p:cNvPr>
          <p:cNvGrpSpPr/>
          <p:nvPr/>
        </p:nvGrpSpPr>
        <p:grpSpPr>
          <a:xfrm>
            <a:off x="5200314" y="1275995"/>
            <a:ext cx="3232800" cy="3245400"/>
            <a:chOff x="5191200" y="1245725"/>
            <a:chExt cx="3232800" cy="3245400"/>
          </a:xfrm>
        </p:grpSpPr>
        <p:sp>
          <p:nvSpPr>
            <p:cNvPr id="635" name="Google Shape;635;p35">
              <a:extLst>
                <a:ext uri="{FF2B5EF4-FFF2-40B4-BE49-F238E27FC236}">
                  <a16:creationId xmlns:a16="http://schemas.microsoft.com/office/drawing/2014/main" id="{A1D9487B-B806-2E9C-C6B1-35DA0A704FAB}"/>
                </a:ext>
              </a:extLst>
            </p:cNvPr>
            <p:cNvSpPr/>
            <p:nvPr/>
          </p:nvSpPr>
          <p:spPr>
            <a:xfrm>
              <a:off x="5191200" y="1702625"/>
              <a:ext cx="3232800" cy="2788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a:extLst>
                <a:ext uri="{FF2B5EF4-FFF2-40B4-BE49-F238E27FC236}">
                  <a16:creationId xmlns:a16="http://schemas.microsoft.com/office/drawing/2014/main" id="{E23D0028-4406-E2F9-1029-86AFCEE211CD}"/>
                </a:ext>
              </a:extLst>
            </p:cNvPr>
            <p:cNvSpPr/>
            <p:nvPr/>
          </p:nvSpPr>
          <p:spPr>
            <a:xfrm>
              <a:off x="5191200" y="1245725"/>
              <a:ext cx="32328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5">
              <a:extLst>
                <a:ext uri="{FF2B5EF4-FFF2-40B4-BE49-F238E27FC236}">
                  <a16:creationId xmlns:a16="http://schemas.microsoft.com/office/drawing/2014/main" id="{A59E3897-64C4-3ADE-DB09-8F1C3310D651}"/>
                </a:ext>
              </a:extLst>
            </p:cNvPr>
            <p:cNvSpPr/>
            <p:nvPr/>
          </p:nvSpPr>
          <p:spPr>
            <a:xfrm>
              <a:off x="7935725" y="1245725"/>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38" name="Google Shape;638;p35">
            <a:extLst>
              <a:ext uri="{FF2B5EF4-FFF2-40B4-BE49-F238E27FC236}">
                <a16:creationId xmlns:a16="http://schemas.microsoft.com/office/drawing/2014/main" id="{3F167BEE-7AD2-6C5C-0C77-848F05E2E36F}"/>
              </a:ext>
            </a:extLst>
          </p:cNvPr>
          <p:cNvPicPr preferRelativeResize="0"/>
          <p:nvPr/>
        </p:nvPicPr>
        <p:blipFill>
          <a:blip r:embed="rId3"/>
          <a:srcRect l="-572" t="58323" r="7924" b="1385"/>
          <a:stretch/>
        </p:blipFill>
        <p:spPr>
          <a:xfrm>
            <a:off x="5245973" y="1789817"/>
            <a:ext cx="3075691" cy="2518605"/>
          </a:xfrm>
          <a:prstGeom prst="rect">
            <a:avLst/>
          </a:prstGeom>
          <a:noFill/>
          <a:ln>
            <a:noFill/>
          </a:ln>
        </p:spPr>
      </p:pic>
      <p:pic>
        <p:nvPicPr>
          <p:cNvPr id="639" name="Google Shape;639;p35">
            <a:hlinkClick r:id="rId4" action="ppaction://hlinksldjump"/>
            <a:extLst>
              <a:ext uri="{FF2B5EF4-FFF2-40B4-BE49-F238E27FC236}">
                <a16:creationId xmlns:a16="http://schemas.microsoft.com/office/drawing/2014/main" id="{E8BA1B8A-A049-3AF1-D985-2ED34BAA5A77}"/>
              </a:ext>
            </a:extLst>
          </p:cNvPr>
          <p:cNvPicPr preferRelativeResize="0"/>
          <p:nvPr/>
        </p:nvPicPr>
        <p:blipFill rotWithShape="1">
          <a:blip r:embed="rId5">
            <a:alphaModFix/>
          </a:blip>
          <a:srcRect t="465" b="475"/>
          <a:stretch/>
        </p:blipFill>
        <p:spPr>
          <a:xfrm>
            <a:off x="8446575" y="550350"/>
            <a:ext cx="265550" cy="258850"/>
          </a:xfrm>
          <a:prstGeom prst="rect">
            <a:avLst/>
          </a:prstGeom>
          <a:noFill/>
          <a:ln>
            <a:noFill/>
          </a:ln>
        </p:spPr>
      </p:pic>
      <p:pic>
        <p:nvPicPr>
          <p:cNvPr id="640" name="Google Shape;640;p35">
            <a:hlinkClick r:id="rId6" action="ppaction://hlinksldjump"/>
            <a:extLst>
              <a:ext uri="{FF2B5EF4-FFF2-40B4-BE49-F238E27FC236}">
                <a16:creationId xmlns:a16="http://schemas.microsoft.com/office/drawing/2014/main" id="{9B86A8D8-E6FF-0239-65AD-76A99CB5521C}"/>
              </a:ext>
            </a:extLst>
          </p:cNvPr>
          <p:cNvPicPr preferRelativeResize="0"/>
          <p:nvPr/>
        </p:nvPicPr>
        <p:blipFill rotWithShape="1">
          <a:blip r:embed="rId7">
            <a:alphaModFix/>
          </a:blip>
          <a:srcRect t="941" b="941"/>
          <a:stretch/>
        </p:blipFill>
        <p:spPr>
          <a:xfrm>
            <a:off x="237300" y="550513"/>
            <a:ext cx="294878" cy="230099"/>
          </a:xfrm>
          <a:prstGeom prst="rect">
            <a:avLst/>
          </a:prstGeom>
          <a:noFill/>
          <a:ln>
            <a:noFill/>
          </a:ln>
        </p:spPr>
      </p:pic>
      <p:pic>
        <p:nvPicPr>
          <p:cNvPr id="641" name="Google Shape;641;p35">
            <a:hlinkClick r:id="" action="ppaction://hlinkshowjump?jump=previousslide"/>
            <a:extLst>
              <a:ext uri="{FF2B5EF4-FFF2-40B4-BE49-F238E27FC236}">
                <a16:creationId xmlns:a16="http://schemas.microsoft.com/office/drawing/2014/main" id="{6842FCCE-0F8B-687E-BE24-82AC374C1575}"/>
              </a:ext>
            </a:extLst>
          </p:cNvPr>
          <p:cNvPicPr preferRelativeResize="0"/>
          <p:nvPr/>
        </p:nvPicPr>
        <p:blipFill>
          <a:blip r:embed="rId8">
            <a:alphaModFix/>
          </a:blip>
          <a:stretch>
            <a:fillRect/>
          </a:stretch>
        </p:blipFill>
        <p:spPr>
          <a:xfrm>
            <a:off x="237301" y="1181549"/>
            <a:ext cx="294875" cy="307964"/>
          </a:xfrm>
          <a:prstGeom prst="rect">
            <a:avLst/>
          </a:prstGeom>
          <a:noFill/>
          <a:ln>
            <a:noFill/>
          </a:ln>
        </p:spPr>
      </p:pic>
      <p:pic>
        <p:nvPicPr>
          <p:cNvPr id="642" name="Google Shape;642;p35">
            <a:hlinkClick r:id="" action="ppaction://hlinkshowjump?jump=nextslide"/>
            <a:extLst>
              <a:ext uri="{FF2B5EF4-FFF2-40B4-BE49-F238E27FC236}">
                <a16:creationId xmlns:a16="http://schemas.microsoft.com/office/drawing/2014/main" id="{F828A82A-95A2-4CFF-472B-A748542E7416}"/>
              </a:ext>
            </a:extLst>
          </p:cNvPr>
          <p:cNvPicPr preferRelativeResize="0"/>
          <p:nvPr/>
        </p:nvPicPr>
        <p:blipFill>
          <a:blip r:embed="rId8">
            <a:alphaModFix/>
          </a:blip>
          <a:stretch>
            <a:fillRect/>
          </a:stretch>
        </p:blipFill>
        <p:spPr>
          <a:xfrm flipH="1">
            <a:off x="237301" y="3724924"/>
            <a:ext cx="294875" cy="307964"/>
          </a:xfrm>
          <a:prstGeom prst="rect">
            <a:avLst/>
          </a:prstGeom>
          <a:noFill/>
          <a:ln>
            <a:noFill/>
          </a:ln>
        </p:spPr>
      </p:pic>
      <p:pic>
        <p:nvPicPr>
          <p:cNvPr id="643" name="Google Shape;643;p35">
            <a:hlinkClick r:id="" action="ppaction://noaction"/>
            <a:extLst>
              <a:ext uri="{FF2B5EF4-FFF2-40B4-BE49-F238E27FC236}">
                <a16:creationId xmlns:a16="http://schemas.microsoft.com/office/drawing/2014/main" id="{07324E3C-070D-823D-4D73-248D8A821163}"/>
              </a:ext>
            </a:extLst>
          </p:cNvPr>
          <p:cNvPicPr preferRelativeResize="0"/>
          <p:nvPr/>
        </p:nvPicPr>
        <p:blipFill rotWithShape="1">
          <a:blip r:embed="rId9">
            <a:alphaModFix/>
          </a:blip>
          <a:srcRect l="396" r="396"/>
          <a:stretch/>
        </p:blipFill>
        <p:spPr>
          <a:xfrm>
            <a:off x="228050" y="4350525"/>
            <a:ext cx="302603" cy="307950"/>
          </a:xfrm>
          <a:prstGeom prst="rect">
            <a:avLst/>
          </a:prstGeom>
          <a:noFill/>
          <a:ln>
            <a:noFill/>
          </a:ln>
        </p:spPr>
      </p:pic>
      <p:pic>
        <p:nvPicPr>
          <p:cNvPr id="644" name="Google Shape;644;p35">
            <a:hlinkClick r:id="rId4" action="ppaction://hlinksldjump"/>
            <a:extLst>
              <a:ext uri="{FF2B5EF4-FFF2-40B4-BE49-F238E27FC236}">
                <a16:creationId xmlns:a16="http://schemas.microsoft.com/office/drawing/2014/main" id="{D7C3B2B1-7FBD-6400-27AD-575BA9FB2024}"/>
              </a:ext>
            </a:extLst>
          </p:cNvPr>
          <p:cNvPicPr preferRelativeResize="0"/>
          <p:nvPr/>
        </p:nvPicPr>
        <p:blipFill rotWithShape="1">
          <a:blip r:embed="rId5">
            <a:alphaModFix/>
          </a:blip>
          <a:srcRect t="465" b="475"/>
          <a:stretch/>
        </p:blipFill>
        <p:spPr>
          <a:xfrm>
            <a:off x="8056114" y="1375020"/>
            <a:ext cx="265550" cy="258850"/>
          </a:xfrm>
          <a:prstGeom prst="rect">
            <a:avLst/>
          </a:prstGeom>
          <a:noFill/>
          <a:ln>
            <a:noFill/>
          </a:ln>
        </p:spPr>
      </p:pic>
      <p:sp>
        <p:nvSpPr>
          <p:cNvPr id="645" name="Google Shape;645;p35">
            <a:hlinkClick r:id="rId10" action="ppaction://hlinksldjump"/>
            <a:extLst>
              <a:ext uri="{FF2B5EF4-FFF2-40B4-BE49-F238E27FC236}">
                <a16:creationId xmlns:a16="http://schemas.microsoft.com/office/drawing/2014/main" id="{57B204B0-DFAD-FE92-DD7A-3FC709F09BAC}"/>
              </a:ext>
            </a:extLst>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646" name="Google Shape;646;p35">
            <a:hlinkClick r:id="rId6" action="ppaction://hlinksldjump"/>
            <a:extLst>
              <a:ext uri="{FF2B5EF4-FFF2-40B4-BE49-F238E27FC236}">
                <a16:creationId xmlns:a16="http://schemas.microsoft.com/office/drawing/2014/main" id="{3CE5F024-A3D3-8A8B-BB26-39B5DF1C6F96}"/>
              </a:ext>
            </a:extLst>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647" name="Google Shape;647;p35">
            <a:hlinkClick r:id="rId11" action="ppaction://hlinksldjump"/>
            <a:extLst>
              <a:ext uri="{FF2B5EF4-FFF2-40B4-BE49-F238E27FC236}">
                <a16:creationId xmlns:a16="http://schemas.microsoft.com/office/drawing/2014/main" id="{A41580DA-63A2-E820-9418-CFBF4B818AC7}"/>
              </a:ext>
            </a:extLst>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648" name="Google Shape;648;p35">
            <a:hlinkClick r:id="rId12" action="ppaction://hlinksldjump"/>
            <a:extLst>
              <a:ext uri="{FF2B5EF4-FFF2-40B4-BE49-F238E27FC236}">
                <a16:creationId xmlns:a16="http://schemas.microsoft.com/office/drawing/2014/main" id="{410FEE44-5F77-AF3E-FBBF-DAE76B466851}"/>
              </a:ext>
            </a:extLst>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sp>
        <p:nvSpPr>
          <p:cNvPr id="2" name="Google Shape;633;p35">
            <a:extLst>
              <a:ext uri="{FF2B5EF4-FFF2-40B4-BE49-F238E27FC236}">
                <a16:creationId xmlns:a16="http://schemas.microsoft.com/office/drawing/2014/main" id="{4A07C5BC-93F4-A1B2-2471-D17FA73E4564}"/>
              </a:ext>
            </a:extLst>
          </p:cNvPr>
          <p:cNvSpPr txBox="1">
            <a:spLocks/>
          </p:cNvSpPr>
          <p:nvPr/>
        </p:nvSpPr>
        <p:spPr>
          <a:xfrm>
            <a:off x="7257754" y="4492508"/>
            <a:ext cx="1668529" cy="31378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1pPr>
            <a:lvl2pPr marL="914400" marR="0" lvl="1"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2pPr>
            <a:lvl3pPr marL="1371600" marR="0" lvl="2"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3pPr>
            <a:lvl4pPr marL="1828800" marR="0" lvl="3"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4pPr>
            <a:lvl5pPr marL="2286000" marR="0" lvl="4"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5pPr>
            <a:lvl6pPr marL="2743200" marR="0" lvl="5"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6pPr>
            <a:lvl7pPr marL="3200400" marR="0" lvl="6"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7pPr>
            <a:lvl8pPr marL="3657600" marR="0" lvl="7"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8pPr>
            <a:lvl9pPr marL="4114800" marR="0" lvl="8"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9pPr>
          </a:lstStyle>
          <a:p>
            <a:pPr marL="0" indent="0"/>
            <a:r>
              <a:rPr lang="en-US" sz="1200" dirty="0">
                <a:solidFill>
                  <a:schemeClr val="accent5"/>
                </a:solidFill>
              </a:rPr>
              <a:t>(Embrace Autism)</a:t>
            </a:r>
          </a:p>
        </p:txBody>
      </p:sp>
      <p:grpSp>
        <p:nvGrpSpPr>
          <p:cNvPr id="6" name="Google Shape;634;p35">
            <a:extLst>
              <a:ext uri="{FF2B5EF4-FFF2-40B4-BE49-F238E27FC236}">
                <a16:creationId xmlns:a16="http://schemas.microsoft.com/office/drawing/2014/main" id="{A930C349-7EA5-141F-84A2-C5DD45DA54AC}"/>
              </a:ext>
            </a:extLst>
          </p:cNvPr>
          <p:cNvGrpSpPr/>
          <p:nvPr/>
        </p:nvGrpSpPr>
        <p:grpSpPr>
          <a:xfrm>
            <a:off x="1387804" y="1275746"/>
            <a:ext cx="3232800" cy="3245400"/>
            <a:chOff x="5191200" y="1245725"/>
            <a:chExt cx="3232800" cy="3245400"/>
          </a:xfrm>
        </p:grpSpPr>
        <p:sp>
          <p:nvSpPr>
            <p:cNvPr id="7" name="Google Shape;635;p35">
              <a:extLst>
                <a:ext uri="{FF2B5EF4-FFF2-40B4-BE49-F238E27FC236}">
                  <a16:creationId xmlns:a16="http://schemas.microsoft.com/office/drawing/2014/main" id="{6FBB1521-2BD7-8E86-6645-80306BC33246}"/>
                </a:ext>
              </a:extLst>
            </p:cNvPr>
            <p:cNvSpPr/>
            <p:nvPr/>
          </p:nvSpPr>
          <p:spPr>
            <a:xfrm>
              <a:off x="5191200" y="1702625"/>
              <a:ext cx="3232800" cy="2788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36;p35">
              <a:extLst>
                <a:ext uri="{FF2B5EF4-FFF2-40B4-BE49-F238E27FC236}">
                  <a16:creationId xmlns:a16="http://schemas.microsoft.com/office/drawing/2014/main" id="{85D98BB0-7DDB-1245-8D27-48D079FCA0E0}"/>
                </a:ext>
              </a:extLst>
            </p:cNvPr>
            <p:cNvSpPr/>
            <p:nvPr/>
          </p:nvSpPr>
          <p:spPr>
            <a:xfrm>
              <a:off x="5191200" y="1245725"/>
              <a:ext cx="32328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37;p35">
              <a:extLst>
                <a:ext uri="{FF2B5EF4-FFF2-40B4-BE49-F238E27FC236}">
                  <a16:creationId xmlns:a16="http://schemas.microsoft.com/office/drawing/2014/main" id="{E3B66C51-CCD9-DDCA-ED26-6437D52F684A}"/>
                </a:ext>
              </a:extLst>
            </p:cNvPr>
            <p:cNvSpPr/>
            <p:nvPr/>
          </p:nvSpPr>
          <p:spPr>
            <a:xfrm>
              <a:off x="7935725" y="1245725"/>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Google Shape;644;p35">
            <a:hlinkClick r:id="rId4" action="ppaction://hlinksldjump"/>
            <a:extLst>
              <a:ext uri="{FF2B5EF4-FFF2-40B4-BE49-F238E27FC236}">
                <a16:creationId xmlns:a16="http://schemas.microsoft.com/office/drawing/2014/main" id="{C4EFEF77-EC6E-C2B5-955A-9832A78FF5B0}"/>
              </a:ext>
            </a:extLst>
          </p:cNvPr>
          <p:cNvPicPr preferRelativeResize="0"/>
          <p:nvPr/>
        </p:nvPicPr>
        <p:blipFill rotWithShape="1">
          <a:blip r:embed="rId5">
            <a:alphaModFix/>
          </a:blip>
          <a:srcRect t="465" b="475"/>
          <a:stretch/>
        </p:blipFill>
        <p:spPr>
          <a:xfrm>
            <a:off x="4243604" y="1393908"/>
            <a:ext cx="265550" cy="258850"/>
          </a:xfrm>
          <a:prstGeom prst="rect">
            <a:avLst/>
          </a:prstGeom>
          <a:noFill/>
          <a:ln>
            <a:noFill/>
          </a:ln>
        </p:spPr>
      </p:pic>
      <p:pic>
        <p:nvPicPr>
          <p:cNvPr id="11" name="Google Shape;638;p35">
            <a:extLst>
              <a:ext uri="{FF2B5EF4-FFF2-40B4-BE49-F238E27FC236}">
                <a16:creationId xmlns:a16="http://schemas.microsoft.com/office/drawing/2014/main" id="{995D6086-93DB-CE78-098E-DA2908444917}"/>
              </a:ext>
            </a:extLst>
          </p:cNvPr>
          <p:cNvPicPr preferRelativeResize="0"/>
          <p:nvPr/>
        </p:nvPicPr>
        <p:blipFill>
          <a:blip r:embed="rId3"/>
          <a:srcRect l="745" t="338" r="2642" b="53642"/>
          <a:stretch/>
        </p:blipFill>
        <p:spPr>
          <a:xfrm>
            <a:off x="1413193" y="1770920"/>
            <a:ext cx="3158807" cy="2730019"/>
          </a:xfrm>
          <a:prstGeom prst="rect">
            <a:avLst/>
          </a:prstGeom>
          <a:noFill/>
          <a:ln>
            <a:noFill/>
          </a:ln>
        </p:spPr>
      </p:pic>
      <p:sp>
        <p:nvSpPr>
          <p:cNvPr id="12" name="Google Shape;633;p35">
            <a:extLst>
              <a:ext uri="{FF2B5EF4-FFF2-40B4-BE49-F238E27FC236}">
                <a16:creationId xmlns:a16="http://schemas.microsoft.com/office/drawing/2014/main" id="{3FF09C8F-DF92-8CAB-B930-9BD9DD14BFA5}"/>
              </a:ext>
            </a:extLst>
          </p:cNvPr>
          <p:cNvSpPr txBox="1">
            <a:spLocks/>
          </p:cNvSpPr>
          <p:nvPr/>
        </p:nvSpPr>
        <p:spPr>
          <a:xfrm>
            <a:off x="3461711" y="4489595"/>
            <a:ext cx="1668529" cy="31378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1pPr>
            <a:lvl2pPr marL="914400" marR="0" lvl="1"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2pPr>
            <a:lvl3pPr marL="1371600" marR="0" lvl="2"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3pPr>
            <a:lvl4pPr marL="1828800" marR="0" lvl="3"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4pPr>
            <a:lvl5pPr marL="2286000" marR="0" lvl="4"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5pPr>
            <a:lvl6pPr marL="2743200" marR="0" lvl="5"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6pPr>
            <a:lvl7pPr marL="3200400" marR="0" lvl="6"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7pPr>
            <a:lvl8pPr marL="3657600" marR="0" lvl="7"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8pPr>
            <a:lvl9pPr marL="4114800" marR="0" lvl="8" indent="-330200" algn="l" rtl="0">
              <a:lnSpc>
                <a:spcPct val="100000"/>
              </a:lnSpc>
              <a:spcBef>
                <a:spcPts val="0"/>
              </a:spcBef>
              <a:spcAft>
                <a:spcPts val="0"/>
              </a:spcAft>
              <a:buClr>
                <a:schemeClr val="dk2"/>
              </a:buClr>
              <a:buSzPts val="1600"/>
              <a:buFont typeface="Tajawal"/>
              <a:buNone/>
              <a:defRPr sz="1600" b="0" i="0" u="none" strike="noStrike" cap="none">
                <a:solidFill>
                  <a:schemeClr val="dk2"/>
                </a:solidFill>
                <a:latin typeface="Tajawal"/>
                <a:ea typeface="Tajawal"/>
                <a:cs typeface="Tajawal"/>
                <a:sym typeface="Tajawal"/>
              </a:defRPr>
            </a:lvl9pPr>
          </a:lstStyle>
          <a:p>
            <a:pPr marL="0" indent="0"/>
            <a:r>
              <a:rPr lang="en-US" sz="1200" dirty="0">
                <a:solidFill>
                  <a:schemeClr val="accent5"/>
                </a:solidFill>
              </a:rPr>
              <a:t>(Embrace Autism)</a:t>
            </a:r>
          </a:p>
        </p:txBody>
      </p:sp>
      <p:sp>
        <p:nvSpPr>
          <p:cNvPr id="3" name="TextBox 2">
            <a:extLst>
              <a:ext uri="{FF2B5EF4-FFF2-40B4-BE49-F238E27FC236}">
                <a16:creationId xmlns:a16="http://schemas.microsoft.com/office/drawing/2014/main" id="{9A51FEB5-B7AF-6D76-0FD3-91E2008119E3}"/>
              </a:ext>
            </a:extLst>
          </p:cNvPr>
          <p:cNvSpPr txBox="1"/>
          <p:nvPr/>
        </p:nvSpPr>
        <p:spPr>
          <a:xfrm>
            <a:off x="8859948" y="0"/>
            <a:ext cx="290464" cy="307777"/>
          </a:xfrm>
          <a:prstGeom prst="rect">
            <a:avLst/>
          </a:prstGeom>
          <a:noFill/>
        </p:spPr>
        <p:txBody>
          <a:bodyPr wrap="none" rtlCol="0">
            <a:spAutoFit/>
          </a:bodyPr>
          <a:lstStyle/>
          <a:p>
            <a:r>
              <a:rPr lang="en-US" dirty="0">
                <a:solidFill>
                  <a:schemeClr val="tx1"/>
                </a:solidFill>
                <a:latin typeface="Raleway Black" pitchFamily="2" charset="0"/>
              </a:rPr>
              <a:t>4</a:t>
            </a:r>
          </a:p>
        </p:txBody>
      </p:sp>
    </p:spTree>
    <p:extLst>
      <p:ext uri="{BB962C8B-B14F-4D97-AF65-F5344CB8AC3E}">
        <p14:creationId xmlns:p14="http://schemas.microsoft.com/office/powerpoint/2010/main" val="3165519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34"/>
          <p:cNvSpPr txBox="1">
            <a:spLocks noGrp="1"/>
          </p:cNvSpPr>
          <p:nvPr>
            <p:ph type="title"/>
          </p:nvPr>
        </p:nvSpPr>
        <p:spPr>
          <a:xfrm>
            <a:off x="1507934" y="2351716"/>
            <a:ext cx="6787082" cy="762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MODELING APPROACH</a:t>
            </a:r>
            <a:endParaRPr dirty="0"/>
          </a:p>
        </p:txBody>
      </p:sp>
      <p:grpSp>
        <p:nvGrpSpPr>
          <p:cNvPr id="612" name="Google Shape;612;p34"/>
          <p:cNvGrpSpPr/>
          <p:nvPr/>
        </p:nvGrpSpPr>
        <p:grpSpPr>
          <a:xfrm>
            <a:off x="2418350" y="3251300"/>
            <a:ext cx="4950300" cy="1725900"/>
            <a:chOff x="2418350" y="3251300"/>
            <a:chExt cx="4950300" cy="1725900"/>
          </a:xfrm>
        </p:grpSpPr>
        <p:sp>
          <p:nvSpPr>
            <p:cNvPr id="613" name="Google Shape;613;p34"/>
            <p:cNvSpPr/>
            <p:nvPr/>
          </p:nvSpPr>
          <p:spPr>
            <a:xfrm>
              <a:off x="2418350" y="3708200"/>
              <a:ext cx="4950300" cy="12690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4"/>
            <p:cNvSpPr/>
            <p:nvPr/>
          </p:nvSpPr>
          <p:spPr>
            <a:xfrm>
              <a:off x="2418350" y="3251300"/>
              <a:ext cx="49503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4"/>
            <p:cNvSpPr/>
            <p:nvPr/>
          </p:nvSpPr>
          <p:spPr>
            <a:xfrm>
              <a:off x="6880425" y="3251300"/>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6" name="Google Shape;616;p34"/>
          <p:cNvSpPr txBox="1">
            <a:spLocks noGrp="1"/>
          </p:cNvSpPr>
          <p:nvPr>
            <p:ph type="subTitle" idx="1"/>
          </p:nvPr>
        </p:nvSpPr>
        <p:spPr>
          <a:xfrm>
            <a:off x="3159975" y="3992000"/>
            <a:ext cx="3483000" cy="701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How were the models built?</a:t>
            </a:r>
            <a:endParaRPr dirty="0"/>
          </a:p>
        </p:txBody>
      </p:sp>
      <p:sp>
        <p:nvSpPr>
          <p:cNvPr id="617" name="Google Shape;617;p34"/>
          <p:cNvSpPr txBox="1">
            <a:spLocks noGrp="1"/>
          </p:cNvSpPr>
          <p:nvPr>
            <p:ph type="title" idx="2"/>
          </p:nvPr>
        </p:nvSpPr>
        <p:spPr>
          <a:xfrm>
            <a:off x="4244000" y="1256362"/>
            <a:ext cx="1299000" cy="1065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02.</a:t>
            </a:r>
            <a:endParaRPr/>
          </a:p>
        </p:txBody>
      </p:sp>
      <p:pic>
        <p:nvPicPr>
          <p:cNvPr id="618" name="Google Shape;618;p34">
            <a:hlinkClick r:id="rId3" action="ppaction://hlinksldjump"/>
          </p:cNvPr>
          <p:cNvPicPr preferRelativeResize="0"/>
          <p:nvPr/>
        </p:nvPicPr>
        <p:blipFill rotWithShape="1">
          <a:blip r:embed="rId4">
            <a:alphaModFix/>
          </a:blip>
          <a:srcRect t="465" b="475"/>
          <a:stretch/>
        </p:blipFill>
        <p:spPr>
          <a:xfrm>
            <a:off x="7533725" y="496125"/>
            <a:ext cx="265550" cy="258850"/>
          </a:xfrm>
          <a:prstGeom prst="rect">
            <a:avLst/>
          </a:prstGeom>
          <a:noFill/>
          <a:ln>
            <a:noFill/>
          </a:ln>
        </p:spPr>
      </p:pic>
      <p:pic>
        <p:nvPicPr>
          <p:cNvPr id="619" name="Google Shape;619;p34">
            <a:hlinkClick r:id="rId5" action="ppaction://hlinksldjump"/>
          </p:cNvPr>
          <p:cNvPicPr preferRelativeResize="0"/>
          <p:nvPr/>
        </p:nvPicPr>
        <p:blipFill rotWithShape="1">
          <a:blip r:embed="rId6">
            <a:alphaModFix/>
          </a:blip>
          <a:srcRect t="941" b="941"/>
          <a:stretch/>
        </p:blipFill>
        <p:spPr>
          <a:xfrm>
            <a:off x="237300" y="550513"/>
            <a:ext cx="294878" cy="230099"/>
          </a:xfrm>
          <a:prstGeom prst="rect">
            <a:avLst/>
          </a:prstGeom>
          <a:noFill/>
          <a:ln>
            <a:noFill/>
          </a:ln>
        </p:spPr>
      </p:pic>
      <p:pic>
        <p:nvPicPr>
          <p:cNvPr id="620" name="Google Shape;620;p34">
            <a:hlinkClick r:id="" action="ppaction://hlinkshowjump?jump=previousslide"/>
          </p:cNvPr>
          <p:cNvPicPr preferRelativeResize="0"/>
          <p:nvPr/>
        </p:nvPicPr>
        <p:blipFill>
          <a:blip r:embed="rId7">
            <a:alphaModFix/>
          </a:blip>
          <a:stretch>
            <a:fillRect/>
          </a:stretch>
        </p:blipFill>
        <p:spPr>
          <a:xfrm>
            <a:off x="237301" y="1181549"/>
            <a:ext cx="294875" cy="307964"/>
          </a:xfrm>
          <a:prstGeom prst="rect">
            <a:avLst/>
          </a:prstGeom>
          <a:noFill/>
          <a:ln>
            <a:noFill/>
          </a:ln>
        </p:spPr>
      </p:pic>
      <p:pic>
        <p:nvPicPr>
          <p:cNvPr id="621" name="Google Shape;621;p34">
            <a:hlinkClick r:id="" action="ppaction://hlinkshowjump?jump=nextslide"/>
          </p:cNvPr>
          <p:cNvPicPr preferRelativeResize="0"/>
          <p:nvPr/>
        </p:nvPicPr>
        <p:blipFill>
          <a:blip r:embed="rId7">
            <a:alphaModFix/>
          </a:blip>
          <a:stretch>
            <a:fillRect/>
          </a:stretch>
        </p:blipFill>
        <p:spPr>
          <a:xfrm flipH="1">
            <a:off x="237301" y="3724924"/>
            <a:ext cx="294875" cy="307964"/>
          </a:xfrm>
          <a:prstGeom prst="rect">
            <a:avLst/>
          </a:prstGeom>
          <a:noFill/>
          <a:ln>
            <a:noFill/>
          </a:ln>
        </p:spPr>
      </p:pic>
      <p:pic>
        <p:nvPicPr>
          <p:cNvPr id="622" name="Google Shape;622;p34">
            <a:hlinkClick r:id="" action="ppaction://noaction"/>
          </p:cNvPr>
          <p:cNvPicPr preferRelativeResize="0"/>
          <p:nvPr/>
        </p:nvPicPr>
        <p:blipFill rotWithShape="1">
          <a:blip r:embed="rId8">
            <a:alphaModFix/>
          </a:blip>
          <a:srcRect l="396" r="396"/>
          <a:stretch/>
        </p:blipFill>
        <p:spPr>
          <a:xfrm>
            <a:off x="228050" y="4350525"/>
            <a:ext cx="302603" cy="307950"/>
          </a:xfrm>
          <a:prstGeom prst="rect">
            <a:avLst/>
          </a:prstGeom>
          <a:noFill/>
          <a:ln>
            <a:noFill/>
          </a:ln>
        </p:spPr>
      </p:pic>
      <p:pic>
        <p:nvPicPr>
          <p:cNvPr id="623" name="Google Shape;623;p34">
            <a:hlinkClick r:id="rId3" action="ppaction://hlinksldjump"/>
          </p:cNvPr>
          <p:cNvPicPr preferRelativeResize="0"/>
          <p:nvPr/>
        </p:nvPicPr>
        <p:blipFill rotWithShape="1">
          <a:blip r:embed="rId4">
            <a:alphaModFix/>
          </a:blip>
          <a:srcRect t="465" b="475"/>
          <a:stretch/>
        </p:blipFill>
        <p:spPr>
          <a:xfrm>
            <a:off x="6991700" y="3350325"/>
            <a:ext cx="265550" cy="258850"/>
          </a:xfrm>
          <a:prstGeom prst="rect">
            <a:avLst/>
          </a:prstGeom>
          <a:noFill/>
          <a:ln>
            <a:noFill/>
          </a:ln>
        </p:spPr>
      </p:pic>
      <p:sp>
        <p:nvSpPr>
          <p:cNvPr id="624" name="Google Shape;624;p34">
            <a:hlinkClick r:id="rId9" action="ppaction://hlinksldjump"/>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625" name="Google Shape;625;p34">
            <a:hlinkClick r:id="rId5" action="ppaction://hlinksldjump"/>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626" name="Google Shape;626;p34">
            <a:hlinkClick r:id="rId10" action="ppaction://hlinksldjump"/>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627" name="Google Shape;627;p34">
            <a:hlinkClick r:id="rId11" action="ppaction://hlinksldjump"/>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sp>
        <p:nvSpPr>
          <p:cNvPr id="2" name="TextBox 1">
            <a:extLst>
              <a:ext uri="{FF2B5EF4-FFF2-40B4-BE49-F238E27FC236}">
                <a16:creationId xmlns:a16="http://schemas.microsoft.com/office/drawing/2014/main" id="{6C275F12-F00B-63B1-FB87-FDCA86F2AE04}"/>
              </a:ext>
            </a:extLst>
          </p:cNvPr>
          <p:cNvSpPr txBox="1"/>
          <p:nvPr/>
        </p:nvSpPr>
        <p:spPr>
          <a:xfrm>
            <a:off x="8859948" y="0"/>
            <a:ext cx="284052" cy="307777"/>
          </a:xfrm>
          <a:prstGeom prst="rect">
            <a:avLst/>
          </a:prstGeom>
          <a:noFill/>
        </p:spPr>
        <p:txBody>
          <a:bodyPr wrap="none" rtlCol="0">
            <a:spAutoFit/>
          </a:bodyPr>
          <a:lstStyle/>
          <a:p>
            <a:r>
              <a:rPr lang="en-US" dirty="0">
                <a:solidFill>
                  <a:schemeClr val="tx1"/>
                </a:solidFill>
                <a:latin typeface="Raleway Black" pitchFamily="2" charset="0"/>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2">
          <a:extLst>
            <a:ext uri="{FF2B5EF4-FFF2-40B4-BE49-F238E27FC236}">
              <a16:creationId xmlns:a16="http://schemas.microsoft.com/office/drawing/2014/main" id="{F646A2C6-D3A0-783C-A546-A1BB989E03DD}"/>
            </a:ext>
          </a:extLst>
        </p:cNvPr>
        <p:cNvGrpSpPr/>
        <p:nvPr/>
      </p:nvGrpSpPr>
      <p:grpSpPr>
        <a:xfrm>
          <a:off x="0" y="0"/>
          <a:ext cx="0" cy="0"/>
          <a:chOff x="0" y="0"/>
          <a:chExt cx="0" cy="0"/>
        </a:xfrm>
      </p:grpSpPr>
      <p:sp>
        <p:nvSpPr>
          <p:cNvPr id="493" name="Google Shape;493;p31">
            <a:extLst>
              <a:ext uri="{FF2B5EF4-FFF2-40B4-BE49-F238E27FC236}">
                <a16:creationId xmlns:a16="http://schemas.microsoft.com/office/drawing/2014/main" id="{3FB3FB3C-8A8F-2A62-A002-6B3FE6F70E1A}"/>
              </a:ext>
            </a:extLst>
          </p:cNvPr>
          <p:cNvSpPr txBox="1">
            <a:spLocks noGrp="1"/>
          </p:cNvSpPr>
          <p:nvPr>
            <p:ph type="title"/>
          </p:nvPr>
        </p:nvSpPr>
        <p:spPr>
          <a:xfrm>
            <a:off x="1114050" y="393425"/>
            <a:ext cx="7103358" cy="572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2800" dirty="0"/>
              <a:t>What’s the Dataset</a:t>
            </a:r>
            <a:endParaRPr sz="2700" dirty="0"/>
          </a:p>
        </p:txBody>
      </p:sp>
      <p:sp>
        <p:nvSpPr>
          <p:cNvPr id="494" name="Google Shape;494;p31">
            <a:extLst>
              <a:ext uri="{FF2B5EF4-FFF2-40B4-BE49-F238E27FC236}">
                <a16:creationId xmlns:a16="http://schemas.microsoft.com/office/drawing/2014/main" id="{2E8694C5-49B3-F226-2CA6-E6268DDE71A5}"/>
              </a:ext>
            </a:extLst>
          </p:cNvPr>
          <p:cNvSpPr txBox="1">
            <a:spLocks noGrp="1"/>
          </p:cNvSpPr>
          <p:nvPr>
            <p:ph type="subTitle" idx="1"/>
          </p:nvPr>
        </p:nvSpPr>
        <p:spPr>
          <a:xfrm>
            <a:off x="1114050" y="2136384"/>
            <a:ext cx="3850321" cy="2368116"/>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sz="1400" dirty="0">
              <a:solidFill>
                <a:srgbClr val="7030A0"/>
              </a:solidFill>
            </a:endParaRPr>
          </a:p>
          <a:p>
            <a:pPr marL="457200" lvl="0" indent="-330200" algn="l" rtl="0">
              <a:lnSpc>
                <a:spcPct val="150000"/>
              </a:lnSpc>
              <a:spcBef>
                <a:spcPts val="0"/>
              </a:spcBef>
              <a:spcAft>
                <a:spcPts val="0"/>
              </a:spcAft>
              <a:buSzPts val="1600"/>
              <a:buChar char="●"/>
            </a:pPr>
            <a:r>
              <a:rPr lang="en-US" sz="1400" dirty="0">
                <a:solidFill>
                  <a:srgbClr val="7030A0"/>
                </a:solidFill>
              </a:rPr>
              <a:t>10 AQ-10 Survey Items -&gt; Scored 0 or 1</a:t>
            </a:r>
          </a:p>
          <a:p>
            <a:pPr marL="457200" lvl="0" indent="-330200" algn="l" rtl="0">
              <a:lnSpc>
                <a:spcPct val="150000"/>
              </a:lnSpc>
              <a:spcBef>
                <a:spcPts val="0"/>
              </a:spcBef>
              <a:spcAft>
                <a:spcPts val="0"/>
              </a:spcAft>
              <a:buSzPts val="1600"/>
              <a:buChar char="●"/>
            </a:pPr>
            <a:r>
              <a:rPr lang="en-US" sz="1400" dirty="0">
                <a:solidFill>
                  <a:srgbClr val="7030A0"/>
                </a:solidFill>
              </a:rPr>
              <a:t>Outcome: Diagnosed w/ ASD (Yes/No)</a:t>
            </a:r>
          </a:p>
          <a:p>
            <a:pPr marL="457200" lvl="0" indent="-330200" algn="l" rtl="0">
              <a:lnSpc>
                <a:spcPct val="150000"/>
              </a:lnSpc>
              <a:spcBef>
                <a:spcPts val="0"/>
              </a:spcBef>
              <a:spcAft>
                <a:spcPts val="0"/>
              </a:spcAft>
              <a:buSzPts val="1600"/>
              <a:buChar char="●"/>
            </a:pPr>
            <a:r>
              <a:rPr lang="en-US" sz="1400" dirty="0">
                <a:solidFill>
                  <a:srgbClr val="7030A0"/>
                </a:solidFill>
              </a:rPr>
              <a:t>Also includes: age, gender, jaundice at birth, ethnicity, country of residence, sum of score, etc.</a:t>
            </a:r>
          </a:p>
          <a:p>
            <a:pPr marL="457200" lvl="0" indent="-330200" algn="l" rtl="0">
              <a:lnSpc>
                <a:spcPct val="150000"/>
              </a:lnSpc>
              <a:spcBef>
                <a:spcPts val="0"/>
              </a:spcBef>
              <a:spcAft>
                <a:spcPts val="0"/>
              </a:spcAft>
              <a:buSzPts val="1600"/>
              <a:buChar char="●"/>
            </a:pPr>
            <a:r>
              <a:rPr lang="en-US" sz="1400" dirty="0">
                <a:solidFill>
                  <a:srgbClr val="7030A0"/>
                </a:solidFill>
              </a:rPr>
              <a:t>With some missing values and mistyped values</a:t>
            </a:r>
          </a:p>
        </p:txBody>
      </p:sp>
      <p:pic>
        <p:nvPicPr>
          <p:cNvPr id="495" name="Google Shape;495;p31">
            <a:hlinkClick r:id="rId3" action="ppaction://hlinksldjump"/>
            <a:extLst>
              <a:ext uri="{FF2B5EF4-FFF2-40B4-BE49-F238E27FC236}">
                <a16:creationId xmlns:a16="http://schemas.microsoft.com/office/drawing/2014/main" id="{3AB4FE4D-B422-CFFB-D4D1-7AA7D909AB7C}"/>
              </a:ext>
            </a:extLst>
          </p:cNvPr>
          <p:cNvPicPr preferRelativeResize="0"/>
          <p:nvPr/>
        </p:nvPicPr>
        <p:blipFill rotWithShape="1">
          <a:blip r:embed="rId4">
            <a:alphaModFix/>
          </a:blip>
          <a:srcRect t="465" b="475"/>
          <a:stretch/>
        </p:blipFill>
        <p:spPr>
          <a:xfrm>
            <a:off x="8446575" y="550350"/>
            <a:ext cx="265550" cy="258850"/>
          </a:xfrm>
          <a:prstGeom prst="rect">
            <a:avLst/>
          </a:prstGeom>
          <a:noFill/>
          <a:ln>
            <a:noFill/>
          </a:ln>
        </p:spPr>
      </p:pic>
      <p:pic>
        <p:nvPicPr>
          <p:cNvPr id="496" name="Google Shape;496;p31">
            <a:hlinkClick r:id="rId5" action="ppaction://hlinksldjump"/>
            <a:extLst>
              <a:ext uri="{FF2B5EF4-FFF2-40B4-BE49-F238E27FC236}">
                <a16:creationId xmlns:a16="http://schemas.microsoft.com/office/drawing/2014/main" id="{3106D9C7-B5AF-58BC-A466-2D916606EA3A}"/>
              </a:ext>
            </a:extLst>
          </p:cNvPr>
          <p:cNvPicPr preferRelativeResize="0"/>
          <p:nvPr/>
        </p:nvPicPr>
        <p:blipFill rotWithShape="1">
          <a:blip r:embed="rId6">
            <a:alphaModFix/>
          </a:blip>
          <a:srcRect t="941" b="941"/>
          <a:stretch/>
        </p:blipFill>
        <p:spPr>
          <a:xfrm>
            <a:off x="237300" y="550513"/>
            <a:ext cx="294878" cy="230099"/>
          </a:xfrm>
          <a:prstGeom prst="rect">
            <a:avLst/>
          </a:prstGeom>
          <a:noFill/>
          <a:ln>
            <a:noFill/>
          </a:ln>
        </p:spPr>
      </p:pic>
      <p:pic>
        <p:nvPicPr>
          <p:cNvPr id="497" name="Google Shape;497;p31">
            <a:hlinkClick r:id="" action="ppaction://hlinkshowjump?jump=previousslide"/>
            <a:extLst>
              <a:ext uri="{FF2B5EF4-FFF2-40B4-BE49-F238E27FC236}">
                <a16:creationId xmlns:a16="http://schemas.microsoft.com/office/drawing/2014/main" id="{3269F677-5208-7F1F-5A0A-F24F91D5CC27}"/>
              </a:ext>
            </a:extLst>
          </p:cNvPr>
          <p:cNvPicPr preferRelativeResize="0"/>
          <p:nvPr/>
        </p:nvPicPr>
        <p:blipFill>
          <a:blip r:embed="rId7">
            <a:alphaModFix/>
          </a:blip>
          <a:stretch>
            <a:fillRect/>
          </a:stretch>
        </p:blipFill>
        <p:spPr>
          <a:xfrm>
            <a:off x="237301" y="1181549"/>
            <a:ext cx="294875" cy="307964"/>
          </a:xfrm>
          <a:prstGeom prst="rect">
            <a:avLst/>
          </a:prstGeom>
          <a:noFill/>
          <a:ln>
            <a:noFill/>
          </a:ln>
        </p:spPr>
      </p:pic>
      <p:pic>
        <p:nvPicPr>
          <p:cNvPr id="498" name="Google Shape;498;p31">
            <a:hlinkClick r:id="" action="ppaction://hlinkshowjump?jump=nextslide"/>
            <a:extLst>
              <a:ext uri="{FF2B5EF4-FFF2-40B4-BE49-F238E27FC236}">
                <a16:creationId xmlns:a16="http://schemas.microsoft.com/office/drawing/2014/main" id="{9F8C2D95-738C-E068-6C4E-313A56A5E285}"/>
              </a:ext>
            </a:extLst>
          </p:cNvPr>
          <p:cNvPicPr preferRelativeResize="0"/>
          <p:nvPr/>
        </p:nvPicPr>
        <p:blipFill>
          <a:blip r:embed="rId7">
            <a:alphaModFix/>
          </a:blip>
          <a:stretch>
            <a:fillRect/>
          </a:stretch>
        </p:blipFill>
        <p:spPr>
          <a:xfrm flipH="1">
            <a:off x="237301" y="3724924"/>
            <a:ext cx="294875" cy="307964"/>
          </a:xfrm>
          <a:prstGeom prst="rect">
            <a:avLst/>
          </a:prstGeom>
          <a:noFill/>
          <a:ln>
            <a:noFill/>
          </a:ln>
        </p:spPr>
      </p:pic>
      <p:pic>
        <p:nvPicPr>
          <p:cNvPr id="499" name="Google Shape;499;p31">
            <a:hlinkClick r:id="" action="ppaction://noaction"/>
            <a:extLst>
              <a:ext uri="{FF2B5EF4-FFF2-40B4-BE49-F238E27FC236}">
                <a16:creationId xmlns:a16="http://schemas.microsoft.com/office/drawing/2014/main" id="{FDAFF793-40EF-F9F0-2589-A532F91F688E}"/>
              </a:ext>
            </a:extLst>
          </p:cNvPr>
          <p:cNvPicPr preferRelativeResize="0"/>
          <p:nvPr/>
        </p:nvPicPr>
        <p:blipFill rotWithShape="1">
          <a:blip r:embed="rId8">
            <a:alphaModFix/>
          </a:blip>
          <a:srcRect l="396" r="396"/>
          <a:stretch/>
        </p:blipFill>
        <p:spPr>
          <a:xfrm>
            <a:off x="228050" y="4350525"/>
            <a:ext cx="302603" cy="307950"/>
          </a:xfrm>
          <a:prstGeom prst="rect">
            <a:avLst/>
          </a:prstGeom>
          <a:noFill/>
          <a:ln>
            <a:noFill/>
          </a:ln>
        </p:spPr>
      </p:pic>
      <p:sp>
        <p:nvSpPr>
          <p:cNvPr id="500" name="Google Shape;500;p31">
            <a:hlinkClick r:id="rId9" action="ppaction://hlinksldjump"/>
            <a:extLst>
              <a:ext uri="{FF2B5EF4-FFF2-40B4-BE49-F238E27FC236}">
                <a16:creationId xmlns:a16="http://schemas.microsoft.com/office/drawing/2014/main" id="{4F1C87B2-D18C-14A3-0342-9CCC36B56C6B}"/>
              </a:ext>
            </a:extLst>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501" name="Google Shape;501;p31">
            <a:hlinkClick r:id="rId10" action="ppaction://hlinksldjump"/>
            <a:extLst>
              <a:ext uri="{FF2B5EF4-FFF2-40B4-BE49-F238E27FC236}">
                <a16:creationId xmlns:a16="http://schemas.microsoft.com/office/drawing/2014/main" id="{EFD20137-3C94-6FE8-E98F-81D2228F57FD}"/>
              </a:ext>
            </a:extLst>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502" name="Google Shape;502;p31">
            <a:hlinkClick r:id="rId11" action="ppaction://hlinksldjump"/>
            <a:extLst>
              <a:ext uri="{FF2B5EF4-FFF2-40B4-BE49-F238E27FC236}">
                <a16:creationId xmlns:a16="http://schemas.microsoft.com/office/drawing/2014/main" id="{9C14DB4B-1B9E-6D2A-73EB-186882D995C0}"/>
              </a:ext>
            </a:extLst>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503" name="Google Shape;503;p31">
            <a:hlinkClick r:id="rId12" action="ppaction://hlinksldjump"/>
            <a:extLst>
              <a:ext uri="{FF2B5EF4-FFF2-40B4-BE49-F238E27FC236}">
                <a16:creationId xmlns:a16="http://schemas.microsoft.com/office/drawing/2014/main" id="{411B682A-7256-E320-A0FB-8431925A9CDC}"/>
              </a:ext>
            </a:extLst>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grpSp>
        <p:nvGrpSpPr>
          <p:cNvPr id="2" name="Google Shape;1325;p50">
            <a:extLst>
              <a:ext uri="{FF2B5EF4-FFF2-40B4-BE49-F238E27FC236}">
                <a16:creationId xmlns:a16="http://schemas.microsoft.com/office/drawing/2014/main" id="{B59477FF-273D-79B6-EA47-19F63B2B21D5}"/>
              </a:ext>
            </a:extLst>
          </p:cNvPr>
          <p:cNvGrpSpPr/>
          <p:nvPr/>
        </p:nvGrpSpPr>
        <p:grpSpPr>
          <a:xfrm>
            <a:off x="5269832" y="1714388"/>
            <a:ext cx="3883010" cy="3418095"/>
            <a:chOff x="4404663" y="1489523"/>
            <a:chExt cx="4357031" cy="3418095"/>
          </a:xfrm>
        </p:grpSpPr>
        <p:sp>
          <p:nvSpPr>
            <p:cNvPr id="3" name="Google Shape;1326;p50">
              <a:extLst>
                <a:ext uri="{FF2B5EF4-FFF2-40B4-BE49-F238E27FC236}">
                  <a16:creationId xmlns:a16="http://schemas.microsoft.com/office/drawing/2014/main" id="{05D0AE1D-277F-DF91-C37F-C3D18310C87A}"/>
                </a:ext>
              </a:extLst>
            </p:cNvPr>
            <p:cNvSpPr/>
            <p:nvPr/>
          </p:nvSpPr>
          <p:spPr>
            <a:xfrm>
              <a:off x="4404963" y="2012400"/>
              <a:ext cx="4356731" cy="2895218"/>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327;p50">
              <a:extLst>
                <a:ext uri="{FF2B5EF4-FFF2-40B4-BE49-F238E27FC236}">
                  <a16:creationId xmlns:a16="http://schemas.microsoft.com/office/drawing/2014/main" id="{AED1B0F7-680E-65FF-F590-44AD549B3836}"/>
                </a:ext>
              </a:extLst>
            </p:cNvPr>
            <p:cNvSpPr/>
            <p:nvPr/>
          </p:nvSpPr>
          <p:spPr>
            <a:xfrm>
              <a:off x="4404663" y="1489525"/>
              <a:ext cx="4356731" cy="522876"/>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28;p50">
              <a:extLst>
                <a:ext uri="{FF2B5EF4-FFF2-40B4-BE49-F238E27FC236}">
                  <a16:creationId xmlns:a16="http://schemas.microsoft.com/office/drawing/2014/main" id="{145E1C6F-C36D-F422-767D-4ED88C347B7D}"/>
                </a:ext>
              </a:extLst>
            </p:cNvPr>
            <p:cNvSpPr/>
            <p:nvPr/>
          </p:nvSpPr>
          <p:spPr>
            <a:xfrm>
              <a:off x="8202674" y="1489523"/>
              <a:ext cx="558582" cy="522876"/>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1330;p50">
            <a:extLst>
              <a:ext uri="{FF2B5EF4-FFF2-40B4-BE49-F238E27FC236}">
                <a16:creationId xmlns:a16="http://schemas.microsoft.com/office/drawing/2014/main" id="{2ACCB792-4DC8-2B21-1845-D57E7E995C7D}"/>
              </a:ext>
            </a:extLst>
          </p:cNvPr>
          <p:cNvSpPr txBox="1">
            <a:spLocks/>
          </p:cNvSpPr>
          <p:nvPr/>
        </p:nvSpPr>
        <p:spPr>
          <a:xfrm flipH="1">
            <a:off x="1088349" y="784421"/>
            <a:ext cx="7272864" cy="1575618"/>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1600"/>
              <a:buFont typeface="Tajawal"/>
              <a:buChar char="●"/>
              <a:defRPr sz="1600" b="0" i="0" u="none" strike="noStrike" cap="none">
                <a:solidFill>
                  <a:schemeClr val="dk2"/>
                </a:solidFill>
                <a:latin typeface="Tajawal"/>
                <a:ea typeface="Tajawal"/>
                <a:cs typeface="Tajawal"/>
                <a:sym typeface="Tajawal"/>
              </a:defRPr>
            </a:lvl1pPr>
            <a:lvl2pPr marL="914400" marR="0" lvl="1" indent="-330200" algn="ctr" rtl="0">
              <a:lnSpc>
                <a:spcPct val="100000"/>
              </a:lnSpc>
              <a:spcBef>
                <a:spcPts val="0"/>
              </a:spcBef>
              <a:spcAft>
                <a:spcPts val="0"/>
              </a:spcAft>
              <a:buClr>
                <a:schemeClr val="dk2"/>
              </a:buClr>
              <a:buSzPts val="1600"/>
              <a:buFont typeface="Tajawal"/>
              <a:buChar char="○"/>
              <a:defRPr sz="1600" b="0" i="0" u="none" strike="noStrike" cap="none">
                <a:solidFill>
                  <a:schemeClr val="dk2"/>
                </a:solidFill>
                <a:latin typeface="Tajawal"/>
                <a:ea typeface="Tajawal"/>
                <a:cs typeface="Tajawal"/>
                <a:sym typeface="Tajawal"/>
              </a:defRPr>
            </a:lvl2pPr>
            <a:lvl3pPr marL="1371600" marR="0" lvl="2" indent="-330200" algn="ctr" rtl="0">
              <a:lnSpc>
                <a:spcPct val="100000"/>
              </a:lnSpc>
              <a:spcBef>
                <a:spcPts val="0"/>
              </a:spcBef>
              <a:spcAft>
                <a:spcPts val="0"/>
              </a:spcAft>
              <a:buClr>
                <a:schemeClr val="dk2"/>
              </a:buClr>
              <a:buSzPts val="1600"/>
              <a:buFont typeface="Tajawal"/>
              <a:buChar char="■"/>
              <a:defRPr sz="1600" b="0" i="0" u="none" strike="noStrike" cap="none">
                <a:solidFill>
                  <a:schemeClr val="dk2"/>
                </a:solidFill>
                <a:latin typeface="Tajawal"/>
                <a:ea typeface="Tajawal"/>
                <a:cs typeface="Tajawal"/>
                <a:sym typeface="Tajawal"/>
              </a:defRPr>
            </a:lvl3pPr>
            <a:lvl4pPr marL="1828800" marR="0" lvl="3" indent="-330200" algn="ctr" rtl="0">
              <a:lnSpc>
                <a:spcPct val="100000"/>
              </a:lnSpc>
              <a:spcBef>
                <a:spcPts val="0"/>
              </a:spcBef>
              <a:spcAft>
                <a:spcPts val="0"/>
              </a:spcAft>
              <a:buClr>
                <a:schemeClr val="dk2"/>
              </a:buClr>
              <a:buSzPts val="1600"/>
              <a:buFont typeface="Tajawal"/>
              <a:buChar char="●"/>
              <a:defRPr sz="1600" b="0" i="0" u="none" strike="noStrike" cap="none">
                <a:solidFill>
                  <a:schemeClr val="dk2"/>
                </a:solidFill>
                <a:latin typeface="Tajawal"/>
                <a:ea typeface="Tajawal"/>
                <a:cs typeface="Tajawal"/>
                <a:sym typeface="Tajawal"/>
              </a:defRPr>
            </a:lvl4pPr>
            <a:lvl5pPr marL="2286000" marR="0" lvl="4" indent="-330200" algn="ctr" rtl="0">
              <a:lnSpc>
                <a:spcPct val="100000"/>
              </a:lnSpc>
              <a:spcBef>
                <a:spcPts val="0"/>
              </a:spcBef>
              <a:spcAft>
                <a:spcPts val="0"/>
              </a:spcAft>
              <a:buClr>
                <a:schemeClr val="dk2"/>
              </a:buClr>
              <a:buSzPts val="1600"/>
              <a:buFont typeface="Tajawal"/>
              <a:buChar char="○"/>
              <a:defRPr sz="1600" b="0" i="0" u="none" strike="noStrike" cap="none">
                <a:solidFill>
                  <a:schemeClr val="dk2"/>
                </a:solidFill>
                <a:latin typeface="Tajawal"/>
                <a:ea typeface="Tajawal"/>
                <a:cs typeface="Tajawal"/>
                <a:sym typeface="Tajawal"/>
              </a:defRPr>
            </a:lvl5pPr>
            <a:lvl6pPr marL="2743200" marR="0" lvl="5" indent="-330200" algn="ctr" rtl="0">
              <a:lnSpc>
                <a:spcPct val="100000"/>
              </a:lnSpc>
              <a:spcBef>
                <a:spcPts val="0"/>
              </a:spcBef>
              <a:spcAft>
                <a:spcPts val="0"/>
              </a:spcAft>
              <a:buClr>
                <a:schemeClr val="dk2"/>
              </a:buClr>
              <a:buSzPts val="1600"/>
              <a:buFont typeface="Tajawal"/>
              <a:buChar char="■"/>
              <a:defRPr sz="1600" b="0" i="0" u="none" strike="noStrike" cap="none">
                <a:solidFill>
                  <a:schemeClr val="dk2"/>
                </a:solidFill>
                <a:latin typeface="Tajawal"/>
                <a:ea typeface="Tajawal"/>
                <a:cs typeface="Tajawal"/>
                <a:sym typeface="Tajawal"/>
              </a:defRPr>
            </a:lvl6pPr>
            <a:lvl7pPr marL="3200400" marR="0" lvl="6" indent="-330200" algn="ctr" rtl="0">
              <a:lnSpc>
                <a:spcPct val="100000"/>
              </a:lnSpc>
              <a:spcBef>
                <a:spcPts val="0"/>
              </a:spcBef>
              <a:spcAft>
                <a:spcPts val="0"/>
              </a:spcAft>
              <a:buClr>
                <a:schemeClr val="dk2"/>
              </a:buClr>
              <a:buSzPts val="1600"/>
              <a:buFont typeface="Tajawal"/>
              <a:buChar char="●"/>
              <a:defRPr sz="1600" b="0" i="0" u="none" strike="noStrike" cap="none">
                <a:solidFill>
                  <a:schemeClr val="dk2"/>
                </a:solidFill>
                <a:latin typeface="Tajawal"/>
                <a:ea typeface="Tajawal"/>
                <a:cs typeface="Tajawal"/>
                <a:sym typeface="Tajawal"/>
              </a:defRPr>
            </a:lvl7pPr>
            <a:lvl8pPr marL="3657600" marR="0" lvl="7" indent="-330200" algn="ctr" rtl="0">
              <a:lnSpc>
                <a:spcPct val="100000"/>
              </a:lnSpc>
              <a:spcBef>
                <a:spcPts val="0"/>
              </a:spcBef>
              <a:spcAft>
                <a:spcPts val="0"/>
              </a:spcAft>
              <a:buClr>
                <a:schemeClr val="dk2"/>
              </a:buClr>
              <a:buSzPts val="1600"/>
              <a:buFont typeface="Tajawal"/>
              <a:buChar char="○"/>
              <a:defRPr sz="1600" b="0" i="0" u="none" strike="noStrike" cap="none">
                <a:solidFill>
                  <a:schemeClr val="dk2"/>
                </a:solidFill>
                <a:latin typeface="Tajawal"/>
                <a:ea typeface="Tajawal"/>
                <a:cs typeface="Tajawal"/>
                <a:sym typeface="Tajawal"/>
              </a:defRPr>
            </a:lvl8pPr>
            <a:lvl9pPr marL="4114800" marR="0" lvl="8" indent="-330200" algn="ctr" rtl="0">
              <a:lnSpc>
                <a:spcPct val="100000"/>
              </a:lnSpc>
              <a:spcBef>
                <a:spcPts val="0"/>
              </a:spcBef>
              <a:spcAft>
                <a:spcPts val="0"/>
              </a:spcAft>
              <a:buClr>
                <a:schemeClr val="dk2"/>
              </a:buClr>
              <a:buSzPts val="1600"/>
              <a:buFont typeface="Tajawal"/>
              <a:buChar char="■"/>
              <a:defRPr sz="1600" b="0" i="0" u="none" strike="noStrike" cap="none">
                <a:solidFill>
                  <a:schemeClr val="dk2"/>
                </a:solidFill>
                <a:latin typeface="Tajawal"/>
                <a:ea typeface="Tajawal"/>
                <a:cs typeface="Tajawal"/>
                <a:sym typeface="Tajawal"/>
              </a:defRPr>
            </a:lvl9pPr>
          </a:lstStyle>
          <a:p>
            <a:pPr marL="127000" indent="0">
              <a:buNone/>
            </a:pPr>
            <a:r>
              <a:rPr lang="en-US" b="1" dirty="0">
                <a:solidFill>
                  <a:srgbClr val="7030A0"/>
                </a:solidFill>
              </a:rPr>
              <a:t>Dataset Name: </a:t>
            </a:r>
            <a:r>
              <a:rPr lang="en-US" i="1" dirty="0">
                <a:solidFill>
                  <a:srgbClr val="7030A0"/>
                </a:solidFill>
              </a:rPr>
              <a:t>Autistic Spectrum Disorder Screening Data for Adults</a:t>
            </a:r>
          </a:p>
          <a:p>
            <a:pPr marL="127000" indent="0"/>
            <a:endParaRPr lang="en-US" sz="1100" dirty="0">
              <a:solidFill>
                <a:srgbClr val="7030A0"/>
              </a:solidFill>
            </a:endParaRPr>
          </a:p>
          <a:p>
            <a:pPr marL="127000" indent="0">
              <a:buNone/>
            </a:pPr>
            <a:r>
              <a:rPr lang="en-US" dirty="0">
                <a:solidFill>
                  <a:srgbClr val="7030A0"/>
                </a:solidFill>
              </a:rPr>
              <a:t>704 Observations with 21 Variables</a:t>
            </a:r>
          </a:p>
          <a:p>
            <a:pPr marL="127000" indent="0"/>
            <a:endParaRPr lang="en-US" sz="1100" dirty="0">
              <a:solidFill>
                <a:srgbClr val="7030A0"/>
              </a:solidFill>
            </a:endParaRPr>
          </a:p>
          <a:p>
            <a:pPr marL="127000" indent="0">
              <a:buNone/>
            </a:pPr>
            <a:r>
              <a:rPr lang="en-US" dirty="0">
                <a:solidFill>
                  <a:srgbClr val="7030A0"/>
                </a:solidFill>
              </a:rPr>
              <a:t>A mix of numerical, binary, and categorical</a:t>
            </a:r>
          </a:p>
        </p:txBody>
      </p:sp>
      <p:pic>
        <p:nvPicPr>
          <p:cNvPr id="7" name="Google Shape;1343;p50">
            <a:hlinkClick r:id="rId3" action="ppaction://hlinksldjump"/>
            <a:extLst>
              <a:ext uri="{FF2B5EF4-FFF2-40B4-BE49-F238E27FC236}">
                <a16:creationId xmlns:a16="http://schemas.microsoft.com/office/drawing/2014/main" id="{539F7066-4FD6-0188-9CB8-D7B1CBD0FFA2}"/>
              </a:ext>
            </a:extLst>
          </p:cNvPr>
          <p:cNvPicPr preferRelativeResize="0"/>
          <p:nvPr/>
        </p:nvPicPr>
        <p:blipFill rotWithShape="1">
          <a:blip r:embed="rId4">
            <a:alphaModFix/>
          </a:blip>
          <a:srcRect t="465" b="475"/>
          <a:stretch/>
        </p:blipFill>
        <p:spPr>
          <a:xfrm>
            <a:off x="8750307" y="1843608"/>
            <a:ext cx="306475" cy="292776"/>
          </a:xfrm>
          <a:prstGeom prst="rect">
            <a:avLst/>
          </a:prstGeom>
          <a:noFill/>
          <a:ln>
            <a:noFill/>
          </a:ln>
        </p:spPr>
      </p:pic>
      <p:pic>
        <p:nvPicPr>
          <p:cNvPr id="8" name="Picture 7" descr="A graph of a graph showing different colored squares&#10;&#10;AI-generated content may be incorrect.">
            <a:extLst>
              <a:ext uri="{FF2B5EF4-FFF2-40B4-BE49-F238E27FC236}">
                <a16:creationId xmlns:a16="http://schemas.microsoft.com/office/drawing/2014/main" id="{C9C98F30-0517-29DF-03A1-AA063DC6FD75}"/>
              </a:ext>
            </a:extLst>
          </p:cNvPr>
          <p:cNvPicPr>
            <a:picLocks noChangeAspect="1"/>
          </p:cNvPicPr>
          <p:nvPr/>
        </p:nvPicPr>
        <p:blipFill>
          <a:blip r:embed="rId13"/>
          <a:stretch>
            <a:fillRect/>
          </a:stretch>
        </p:blipFill>
        <p:spPr>
          <a:xfrm>
            <a:off x="5856954" y="2341213"/>
            <a:ext cx="2893353" cy="2730427"/>
          </a:xfrm>
          <a:prstGeom prst="rect">
            <a:avLst/>
          </a:prstGeom>
        </p:spPr>
      </p:pic>
      <p:sp>
        <p:nvSpPr>
          <p:cNvPr id="9" name="TextBox 8">
            <a:extLst>
              <a:ext uri="{FF2B5EF4-FFF2-40B4-BE49-F238E27FC236}">
                <a16:creationId xmlns:a16="http://schemas.microsoft.com/office/drawing/2014/main" id="{73C02A04-D10A-A892-D7C0-BAD75D973EE6}"/>
              </a:ext>
            </a:extLst>
          </p:cNvPr>
          <p:cNvSpPr txBox="1"/>
          <p:nvPr/>
        </p:nvSpPr>
        <p:spPr>
          <a:xfrm>
            <a:off x="8859948" y="0"/>
            <a:ext cx="293670" cy="307777"/>
          </a:xfrm>
          <a:prstGeom prst="rect">
            <a:avLst/>
          </a:prstGeom>
          <a:noFill/>
        </p:spPr>
        <p:txBody>
          <a:bodyPr wrap="none" rtlCol="0">
            <a:spAutoFit/>
          </a:bodyPr>
          <a:lstStyle/>
          <a:p>
            <a:r>
              <a:rPr lang="en-US" dirty="0">
                <a:solidFill>
                  <a:schemeClr val="tx1"/>
                </a:solidFill>
                <a:latin typeface="Raleway Black" pitchFamily="2" charset="0"/>
              </a:rPr>
              <a:t>6</a:t>
            </a:r>
          </a:p>
        </p:txBody>
      </p:sp>
    </p:spTree>
    <p:extLst>
      <p:ext uri="{BB962C8B-B14F-4D97-AF65-F5344CB8AC3E}">
        <p14:creationId xmlns:p14="http://schemas.microsoft.com/office/powerpoint/2010/main" val="3488492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6">
          <a:extLst>
            <a:ext uri="{FF2B5EF4-FFF2-40B4-BE49-F238E27FC236}">
              <a16:creationId xmlns:a16="http://schemas.microsoft.com/office/drawing/2014/main" id="{AD61CC41-D8EB-5439-BE2D-AEE0F1C12107}"/>
            </a:ext>
          </a:extLst>
        </p:cNvPr>
        <p:cNvGrpSpPr/>
        <p:nvPr/>
      </p:nvGrpSpPr>
      <p:grpSpPr>
        <a:xfrm>
          <a:off x="0" y="0"/>
          <a:ext cx="0" cy="0"/>
          <a:chOff x="0" y="0"/>
          <a:chExt cx="0" cy="0"/>
        </a:xfrm>
      </p:grpSpPr>
      <p:grpSp>
        <p:nvGrpSpPr>
          <p:cNvPr id="1207" name="Google Shape;1207;p46">
            <a:extLst>
              <a:ext uri="{FF2B5EF4-FFF2-40B4-BE49-F238E27FC236}">
                <a16:creationId xmlns:a16="http://schemas.microsoft.com/office/drawing/2014/main" id="{1085B13E-8DCA-0DFC-7947-E4DAE96BE8E8}"/>
              </a:ext>
            </a:extLst>
          </p:cNvPr>
          <p:cNvGrpSpPr/>
          <p:nvPr/>
        </p:nvGrpSpPr>
        <p:grpSpPr>
          <a:xfrm>
            <a:off x="1797813" y="2910850"/>
            <a:ext cx="2615200" cy="1892100"/>
            <a:chOff x="1649813" y="2910850"/>
            <a:chExt cx="2615200" cy="1892100"/>
          </a:xfrm>
        </p:grpSpPr>
        <p:sp>
          <p:nvSpPr>
            <p:cNvPr id="1208" name="Google Shape;1208;p46">
              <a:extLst>
                <a:ext uri="{FF2B5EF4-FFF2-40B4-BE49-F238E27FC236}">
                  <a16:creationId xmlns:a16="http://schemas.microsoft.com/office/drawing/2014/main" id="{C19D6287-7E5C-0A35-DD6B-3A5E53300922}"/>
                </a:ext>
              </a:extLst>
            </p:cNvPr>
            <p:cNvSpPr/>
            <p:nvPr/>
          </p:nvSpPr>
          <p:spPr>
            <a:xfrm>
              <a:off x="1649913" y="3367750"/>
              <a:ext cx="2615100" cy="14352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6">
              <a:extLst>
                <a:ext uri="{FF2B5EF4-FFF2-40B4-BE49-F238E27FC236}">
                  <a16:creationId xmlns:a16="http://schemas.microsoft.com/office/drawing/2014/main" id="{C01CC2E2-7C54-867F-38B8-EAEE69EDE27B}"/>
                </a:ext>
              </a:extLst>
            </p:cNvPr>
            <p:cNvSpPr/>
            <p:nvPr/>
          </p:nvSpPr>
          <p:spPr>
            <a:xfrm>
              <a:off x="1649813" y="2910850"/>
              <a:ext cx="21270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6">
              <a:extLst>
                <a:ext uri="{FF2B5EF4-FFF2-40B4-BE49-F238E27FC236}">
                  <a16:creationId xmlns:a16="http://schemas.microsoft.com/office/drawing/2014/main" id="{C39D21AC-00F0-3166-3B3F-06A126D7A9BC}"/>
                </a:ext>
              </a:extLst>
            </p:cNvPr>
            <p:cNvSpPr/>
            <p:nvPr/>
          </p:nvSpPr>
          <p:spPr>
            <a:xfrm>
              <a:off x="3776913" y="2910850"/>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1" name="Google Shape;1211;p46">
            <a:extLst>
              <a:ext uri="{FF2B5EF4-FFF2-40B4-BE49-F238E27FC236}">
                <a16:creationId xmlns:a16="http://schemas.microsoft.com/office/drawing/2014/main" id="{07E0675B-80C8-3763-4ADD-9EA2A7E02E4D}"/>
              </a:ext>
            </a:extLst>
          </p:cNvPr>
          <p:cNvGrpSpPr/>
          <p:nvPr/>
        </p:nvGrpSpPr>
        <p:grpSpPr>
          <a:xfrm>
            <a:off x="5878488" y="2863450"/>
            <a:ext cx="2615200" cy="1892100"/>
            <a:chOff x="5730488" y="2863450"/>
            <a:chExt cx="2615200" cy="1892100"/>
          </a:xfrm>
        </p:grpSpPr>
        <p:sp>
          <p:nvSpPr>
            <p:cNvPr id="1212" name="Google Shape;1212;p46">
              <a:extLst>
                <a:ext uri="{FF2B5EF4-FFF2-40B4-BE49-F238E27FC236}">
                  <a16:creationId xmlns:a16="http://schemas.microsoft.com/office/drawing/2014/main" id="{40E55612-2E25-6DA4-9A31-EC90AF4CAD40}"/>
                </a:ext>
              </a:extLst>
            </p:cNvPr>
            <p:cNvSpPr/>
            <p:nvPr/>
          </p:nvSpPr>
          <p:spPr>
            <a:xfrm>
              <a:off x="5730588" y="3320350"/>
              <a:ext cx="2615100" cy="14352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6">
              <a:extLst>
                <a:ext uri="{FF2B5EF4-FFF2-40B4-BE49-F238E27FC236}">
                  <a16:creationId xmlns:a16="http://schemas.microsoft.com/office/drawing/2014/main" id="{A01591DD-74F8-AAD9-C5CD-2E8746EB287B}"/>
                </a:ext>
              </a:extLst>
            </p:cNvPr>
            <p:cNvSpPr/>
            <p:nvPr/>
          </p:nvSpPr>
          <p:spPr>
            <a:xfrm>
              <a:off x="5730488" y="2863450"/>
              <a:ext cx="21270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6">
              <a:extLst>
                <a:ext uri="{FF2B5EF4-FFF2-40B4-BE49-F238E27FC236}">
                  <a16:creationId xmlns:a16="http://schemas.microsoft.com/office/drawing/2014/main" id="{026C4D96-4107-DE0F-1E6F-62E948A8DF0D}"/>
                </a:ext>
              </a:extLst>
            </p:cNvPr>
            <p:cNvSpPr/>
            <p:nvPr/>
          </p:nvSpPr>
          <p:spPr>
            <a:xfrm>
              <a:off x="7857588" y="2863450"/>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5" name="Google Shape;1215;p46">
            <a:extLst>
              <a:ext uri="{FF2B5EF4-FFF2-40B4-BE49-F238E27FC236}">
                <a16:creationId xmlns:a16="http://schemas.microsoft.com/office/drawing/2014/main" id="{FA0528C4-E9A4-D01D-F1F4-D96BCD4664BE}"/>
              </a:ext>
            </a:extLst>
          </p:cNvPr>
          <p:cNvGrpSpPr/>
          <p:nvPr/>
        </p:nvGrpSpPr>
        <p:grpSpPr>
          <a:xfrm>
            <a:off x="1293288" y="679650"/>
            <a:ext cx="2615200" cy="1892100"/>
            <a:chOff x="1441313" y="679650"/>
            <a:chExt cx="2615200" cy="1892100"/>
          </a:xfrm>
        </p:grpSpPr>
        <p:sp>
          <p:nvSpPr>
            <p:cNvPr id="1216" name="Google Shape;1216;p46">
              <a:extLst>
                <a:ext uri="{FF2B5EF4-FFF2-40B4-BE49-F238E27FC236}">
                  <a16:creationId xmlns:a16="http://schemas.microsoft.com/office/drawing/2014/main" id="{281B6561-C7A8-1261-E3B6-8278DEB25D3D}"/>
                </a:ext>
              </a:extLst>
            </p:cNvPr>
            <p:cNvSpPr/>
            <p:nvPr/>
          </p:nvSpPr>
          <p:spPr>
            <a:xfrm>
              <a:off x="1441413" y="1136550"/>
              <a:ext cx="2615100" cy="14352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6">
              <a:extLst>
                <a:ext uri="{FF2B5EF4-FFF2-40B4-BE49-F238E27FC236}">
                  <a16:creationId xmlns:a16="http://schemas.microsoft.com/office/drawing/2014/main" id="{0CD5D25C-1495-58FA-D91E-06888FF94308}"/>
                </a:ext>
              </a:extLst>
            </p:cNvPr>
            <p:cNvSpPr/>
            <p:nvPr/>
          </p:nvSpPr>
          <p:spPr>
            <a:xfrm>
              <a:off x="1441313" y="679650"/>
              <a:ext cx="21270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6">
              <a:extLst>
                <a:ext uri="{FF2B5EF4-FFF2-40B4-BE49-F238E27FC236}">
                  <a16:creationId xmlns:a16="http://schemas.microsoft.com/office/drawing/2014/main" id="{E82E4DA7-C208-A661-5342-BCF9F2D632BB}"/>
                </a:ext>
              </a:extLst>
            </p:cNvPr>
            <p:cNvSpPr/>
            <p:nvPr/>
          </p:nvSpPr>
          <p:spPr>
            <a:xfrm>
              <a:off x="3568413" y="679650"/>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9" name="Google Shape;1219;p46">
            <a:extLst>
              <a:ext uri="{FF2B5EF4-FFF2-40B4-BE49-F238E27FC236}">
                <a16:creationId xmlns:a16="http://schemas.microsoft.com/office/drawing/2014/main" id="{941B7F83-A7EC-C5CC-B52C-4395DCC35944}"/>
              </a:ext>
            </a:extLst>
          </p:cNvPr>
          <p:cNvGrpSpPr/>
          <p:nvPr/>
        </p:nvGrpSpPr>
        <p:grpSpPr>
          <a:xfrm>
            <a:off x="4826563" y="843025"/>
            <a:ext cx="2615200" cy="1892100"/>
            <a:chOff x="4974588" y="843025"/>
            <a:chExt cx="2615200" cy="1892100"/>
          </a:xfrm>
        </p:grpSpPr>
        <p:sp>
          <p:nvSpPr>
            <p:cNvPr id="1220" name="Google Shape;1220;p46">
              <a:extLst>
                <a:ext uri="{FF2B5EF4-FFF2-40B4-BE49-F238E27FC236}">
                  <a16:creationId xmlns:a16="http://schemas.microsoft.com/office/drawing/2014/main" id="{A403F9BB-9404-2065-0FAC-052E30B80755}"/>
                </a:ext>
              </a:extLst>
            </p:cNvPr>
            <p:cNvSpPr/>
            <p:nvPr/>
          </p:nvSpPr>
          <p:spPr>
            <a:xfrm>
              <a:off x="4974688" y="1299925"/>
              <a:ext cx="2615100" cy="14352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6">
              <a:extLst>
                <a:ext uri="{FF2B5EF4-FFF2-40B4-BE49-F238E27FC236}">
                  <a16:creationId xmlns:a16="http://schemas.microsoft.com/office/drawing/2014/main" id="{7B5F7599-16F4-FC26-24C7-8EDC7D2617B5}"/>
                </a:ext>
              </a:extLst>
            </p:cNvPr>
            <p:cNvSpPr/>
            <p:nvPr/>
          </p:nvSpPr>
          <p:spPr>
            <a:xfrm>
              <a:off x="4974588" y="843025"/>
              <a:ext cx="21270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6">
              <a:extLst>
                <a:ext uri="{FF2B5EF4-FFF2-40B4-BE49-F238E27FC236}">
                  <a16:creationId xmlns:a16="http://schemas.microsoft.com/office/drawing/2014/main" id="{1A028422-A976-31C2-3034-D33B3D5BA8E4}"/>
                </a:ext>
              </a:extLst>
            </p:cNvPr>
            <p:cNvSpPr/>
            <p:nvPr/>
          </p:nvSpPr>
          <p:spPr>
            <a:xfrm>
              <a:off x="7101688" y="843025"/>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4" name="Google Shape;1224;p46">
            <a:extLst>
              <a:ext uri="{FF2B5EF4-FFF2-40B4-BE49-F238E27FC236}">
                <a16:creationId xmlns:a16="http://schemas.microsoft.com/office/drawing/2014/main" id="{C9A5AAC8-91DD-84D4-4A40-07A098FA3FD6}"/>
              </a:ext>
            </a:extLst>
          </p:cNvPr>
          <p:cNvSpPr txBox="1">
            <a:spLocks noGrp="1"/>
          </p:cNvSpPr>
          <p:nvPr>
            <p:ph type="subTitle" idx="1"/>
          </p:nvPr>
        </p:nvSpPr>
        <p:spPr>
          <a:xfrm flipH="1">
            <a:off x="6033838" y="3674050"/>
            <a:ext cx="2304600" cy="727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Adds elastic net regularization</a:t>
            </a:r>
            <a:endParaRPr dirty="0"/>
          </a:p>
        </p:txBody>
      </p:sp>
      <p:sp>
        <p:nvSpPr>
          <p:cNvPr id="1226" name="Google Shape;1226;p46">
            <a:extLst>
              <a:ext uri="{FF2B5EF4-FFF2-40B4-BE49-F238E27FC236}">
                <a16:creationId xmlns:a16="http://schemas.microsoft.com/office/drawing/2014/main" id="{62E7F8B2-E465-192B-2FE3-5952E0F7514A}"/>
              </a:ext>
            </a:extLst>
          </p:cNvPr>
          <p:cNvSpPr txBox="1">
            <a:spLocks noGrp="1"/>
          </p:cNvSpPr>
          <p:nvPr>
            <p:ph type="subTitle" idx="3"/>
          </p:nvPr>
        </p:nvSpPr>
        <p:spPr>
          <a:xfrm flipH="1">
            <a:off x="4932654" y="1580588"/>
            <a:ext cx="2304600" cy="727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Adds regularization</a:t>
            </a:r>
          </a:p>
          <a:p>
            <a:pPr marL="0" lvl="0" indent="0" algn="ctr" rtl="0">
              <a:spcBef>
                <a:spcPts val="0"/>
              </a:spcBef>
              <a:spcAft>
                <a:spcPts val="0"/>
              </a:spcAft>
              <a:buNone/>
            </a:pPr>
            <a:endParaRPr lang="en" dirty="0"/>
          </a:p>
          <a:p>
            <a:pPr marL="0" lvl="0" indent="0" algn="ctr" rtl="0">
              <a:spcBef>
                <a:spcPts val="0"/>
              </a:spcBef>
              <a:spcAft>
                <a:spcPts val="0"/>
              </a:spcAft>
              <a:buNone/>
            </a:pPr>
            <a:r>
              <a:rPr lang="en" dirty="0"/>
              <a:t>Handles class imbalance via up-sampling</a:t>
            </a:r>
            <a:endParaRPr dirty="0"/>
          </a:p>
        </p:txBody>
      </p:sp>
      <p:sp>
        <p:nvSpPr>
          <p:cNvPr id="1228" name="Google Shape;1228;p46">
            <a:extLst>
              <a:ext uri="{FF2B5EF4-FFF2-40B4-BE49-F238E27FC236}">
                <a16:creationId xmlns:a16="http://schemas.microsoft.com/office/drawing/2014/main" id="{6755CD39-3500-B13D-A886-B03D6E73004B}"/>
              </a:ext>
            </a:extLst>
          </p:cNvPr>
          <p:cNvSpPr txBox="1">
            <a:spLocks noGrp="1"/>
          </p:cNvSpPr>
          <p:nvPr>
            <p:ph type="subTitle" idx="5"/>
          </p:nvPr>
        </p:nvSpPr>
        <p:spPr>
          <a:xfrm flipH="1">
            <a:off x="1886763" y="3736050"/>
            <a:ext cx="2437399" cy="727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Adds two interaction terms:</a:t>
            </a:r>
          </a:p>
          <a:p>
            <a:pPr marL="0" lvl="0" indent="0" algn="ctr" rtl="0">
              <a:spcBef>
                <a:spcPts val="0"/>
              </a:spcBef>
              <a:spcAft>
                <a:spcPts val="0"/>
              </a:spcAft>
              <a:buNone/>
            </a:pPr>
            <a:r>
              <a:rPr lang="en" dirty="0"/>
              <a:t>Ethnicity x Screen Results</a:t>
            </a:r>
          </a:p>
          <a:p>
            <a:pPr marL="0" lvl="0" indent="0" algn="ctr" rtl="0">
              <a:spcBef>
                <a:spcPts val="0"/>
              </a:spcBef>
              <a:spcAft>
                <a:spcPts val="0"/>
              </a:spcAft>
              <a:buNone/>
            </a:pPr>
            <a:r>
              <a:rPr lang="en" dirty="0"/>
              <a:t>Gender x Jaundice</a:t>
            </a:r>
          </a:p>
          <a:p>
            <a:pPr marL="0" lvl="0" indent="0" algn="ctr" rtl="0">
              <a:spcBef>
                <a:spcPts val="0"/>
              </a:spcBef>
              <a:spcAft>
                <a:spcPts val="0"/>
              </a:spcAft>
              <a:buNone/>
            </a:pPr>
            <a:endParaRPr lang="en" dirty="0"/>
          </a:p>
          <a:p>
            <a:pPr marL="0" lvl="0" indent="0" algn="ctr" rtl="0">
              <a:spcBef>
                <a:spcPts val="0"/>
              </a:spcBef>
              <a:spcAft>
                <a:spcPts val="0"/>
              </a:spcAft>
              <a:buNone/>
            </a:pPr>
            <a:r>
              <a:rPr lang="en" dirty="0"/>
              <a:t>Handles class imbalance via up-sampling</a:t>
            </a:r>
            <a:endParaRPr dirty="0"/>
          </a:p>
        </p:txBody>
      </p:sp>
      <p:sp>
        <p:nvSpPr>
          <p:cNvPr id="1230" name="Google Shape;1230;p46">
            <a:extLst>
              <a:ext uri="{FF2B5EF4-FFF2-40B4-BE49-F238E27FC236}">
                <a16:creationId xmlns:a16="http://schemas.microsoft.com/office/drawing/2014/main" id="{729B7E08-96F9-4F48-B3F4-35BDB0AFF03D}"/>
              </a:ext>
            </a:extLst>
          </p:cNvPr>
          <p:cNvSpPr txBox="1">
            <a:spLocks noGrp="1"/>
          </p:cNvSpPr>
          <p:nvPr>
            <p:ph type="subTitle" idx="7"/>
          </p:nvPr>
        </p:nvSpPr>
        <p:spPr>
          <a:xfrm flipH="1">
            <a:off x="1370369" y="1509167"/>
            <a:ext cx="2461137" cy="727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Standard logistic regression with all predictors</a:t>
            </a:r>
          </a:p>
          <a:p>
            <a:pPr marL="0" lvl="0" indent="0" algn="ctr" rtl="0">
              <a:spcBef>
                <a:spcPts val="0"/>
              </a:spcBef>
              <a:spcAft>
                <a:spcPts val="0"/>
              </a:spcAft>
              <a:buNone/>
            </a:pPr>
            <a:endParaRPr lang="en" dirty="0"/>
          </a:p>
          <a:p>
            <a:pPr marL="0" lvl="0" indent="0" algn="ctr" rtl="0">
              <a:spcBef>
                <a:spcPts val="0"/>
              </a:spcBef>
              <a:spcAft>
                <a:spcPts val="0"/>
              </a:spcAft>
              <a:buNone/>
            </a:pPr>
            <a:r>
              <a:rPr lang="en" dirty="0"/>
              <a:t>No pre-proccessing besides dummy encoding</a:t>
            </a:r>
            <a:endParaRPr dirty="0"/>
          </a:p>
        </p:txBody>
      </p:sp>
      <p:pic>
        <p:nvPicPr>
          <p:cNvPr id="1231" name="Google Shape;1231;p46">
            <a:hlinkClick r:id="rId3" action="ppaction://hlinksldjump"/>
            <a:extLst>
              <a:ext uri="{FF2B5EF4-FFF2-40B4-BE49-F238E27FC236}">
                <a16:creationId xmlns:a16="http://schemas.microsoft.com/office/drawing/2014/main" id="{A01D40E2-9A55-3309-2C86-3B1EDBA8A4CA}"/>
              </a:ext>
            </a:extLst>
          </p:cNvPr>
          <p:cNvPicPr preferRelativeResize="0"/>
          <p:nvPr/>
        </p:nvPicPr>
        <p:blipFill rotWithShape="1">
          <a:blip r:embed="rId4">
            <a:alphaModFix/>
          </a:blip>
          <a:srcRect t="465" b="475"/>
          <a:stretch/>
        </p:blipFill>
        <p:spPr>
          <a:xfrm>
            <a:off x="8446575" y="550350"/>
            <a:ext cx="265550" cy="258850"/>
          </a:xfrm>
          <a:prstGeom prst="rect">
            <a:avLst/>
          </a:prstGeom>
          <a:noFill/>
          <a:ln>
            <a:noFill/>
          </a:ln>
        </p:spPr>
      </p:pic>
      <p:pic>
        <p:nvPicPr>
          <p:cNvPr id="1232" name="Google Shape;1232;p46">
            <a:hlinkClick r:id="rId5" action="ppaction://hlinksldjump"/>
            <a:extLst>
              <a:ext uri="{FF2B5EF4-FFF2-40B4-BE49-F238E27FC236}">
                <a16:creationId xmlns:a16="http://schemas.microsoft.com/office/drawing/2014/main" id="{91E95529-4A06-F75C-908A-92E08FE4D2C6}"/>
              </a:ext>
            </a:extLst>
          </p:cNvPr>
          <p:cNvPicPr preferRelativeResize="0"/>
          <p:nvPr/>
        </p:nvPicPr>
        <p:blipFill rotWithShape="1">
          <a:blip r:embed="rId6">
            <a:alphaModFix/>
          </a:blip>
          <a:srcRect t="941" b="941"/>
          <a:stretch/>
        </p:blipFill>
        <p:spPr>
          <a:xfrm>
            <a:off x="237300" y="550513"/>
            <a:ext cx="294878" cy="230099"/>
          </a:xfrm>
          <a:prstGeom prst="rect">
            <a:avLst/>
          </a:prstGeom>
          <a:noFill/>
          <a:ln>
            <a:noFill/>
          </a:ln>
        </p:spPr>
      </p:pic>
      <p:pic>
        <p:nvPicPr>
          <p:cNvPr id="1233" name="Google Shape;1233;p46">
            <a:hlinkClick r:id="" action="ppaction://hlinkshowjump?jump=previousslide"/>
            <a:extLst>
              <a:ext uri="{FF2B5EF4-FFF2-40B4-BE49-F238E27FC236}">
                <a16:creationId xmlns:a16="http://schemas.microsoft.com/office/drawing/2014/main" id="{7AA28EC0-F057-A1A1-DDDA-57D4AE3BBE7D}"/>
              </a:ext>
            </a:extLst>
          </p:cNvPr>
          <p:cNvPicPr preferRelativeResize="0"/>
          <p:nvPr/>
        </p:nvPicPr>
        <p:blipFill>
          <a:blip r:embed="rId7">
            <a:alphaModFix/>
          </a:blip>
          <a:stretch>
            <a:fillRect/>
          </a:stretch>
        </p:blipFill>
        <p:spPr>
          <a:xfrm>
            <a:off x="237301" y="1181549"/>
            <a:ext cx="294875" cy="307964"/>
          </a:xfrm>
          <a:prstGeom prst="rect">
            <a:avLst/>
          </a:prstGeom>
          <a:noFill/>
          <a:ln>
            <a:noFill/>
          </a:ln>
        </p:spPr>
      </p:pic>
      <p:pic>
        <p:nvPicPr>
          <p:cNvPr id="1234" name="Google Shape;1234;p46">
            <a:hlinkClick r:id="" action="ppaction://hlinkshowjump?jump=nextslide"/>
            <a:extLst>
              <a:ext uri="{FF2B5EF4-FFF2-40B4-BE49-F238E27FC236}">
                <a16:creationId xmlns:a16="http://schemas.microsoft.com/office/drawing/2014/main" id="{2920FCC1-84C2-F191-BB25-DA82D4BC5559}"/>
              </a:ext>
            </a:extLst>
          </p:cNvPr>
          <p:cNvPicPr preferRelativeResize="0"/>
          <p:nvPr/>
        </p:nvPicPr>
        <p:blipFill>
          <a:blip r:embed="rId7">
            <a:alphaModFix/>
          </a:blip>
          <a:stretch>
            <a:fillRect/>
          </a:stretch>
        </p:blipFill>
        <p:spPr>
          <a:xfrm flipH="1">
            <a:off x="237301" y="3724924"/>
            <a:ext cx="294875" cy="307964"/>
          </a:xfrm>
          <a:prstGeom prst="rect">
            <a:avLst/>
          </a:prstGeom>
          <a:noFill/>
          <a:ln>
            <a:noFill/>
          </a:ln>
        </p:spPr>
      </p:pic>
      <p:pic>
        <p:nvPicPr>
          <p:cNvPr id="1235" name="Google Shape;1235;p46">
            <a:hlinkClick r:id="" action="ppaction://noaction"/>
            <a:extLst>
              <a:ext uri="{FF2B5EF4-FFF2-40B4-BE49-F238E27FC236}">
                <a16:creationId xmlns:a16="http://schemas.microsoft.com/office/drawing/2014/main" id="{0DE11C93-203C-8C37-ED9C-356FAFF1BAFA}"/>
              </a:ext>
            </a:extLst>
          </p:cNvPr>
          <p:cNvPicPr preferRelativeResize="0"/>
          <p:nvPr/>
        </p:nvPicPr>
        <p:blipFill rotWithShape="1">
          <a:blip r:embed="rId8">
            <a:alphaModFix/>
          </a:blip>
          <a:srcRect l="396" r="396"/>
          <a:stretch/>
        </p:blipFill>
        <p:spPr>
          <a:xfrm>
            <a:off x="228050" y="4350525"/>
            <a:ext cx="302603" cy="307950"/>
          </a:xfrm>
          <a:prstGeom prst="rect">
            <a:avLst/>
          </a:prstGeom>
          <a:noFill/>
          <a:ln>
            <a:noFill/>
          </a:ln>
        </p:spPr>
      </p:pic>
      <p:pic>
        <p:nvPicPr>
          <p:cNvPr id="1236" name="Google Shape;1236;p46">
            <a:hlinkClick r:id="rId3" action="ppaction://hlinksldjump"/>
            <a:extLst>
              <a:ext uri="{FF2B5EF4-FFF2-40B4-BE49-F238E27FC236}">
                <a16:creationId xmlns:a16="http://schemas.microsoft.com/office/drawing/2014/main" id="{8CEBF2F7-3001-1538-0CA1-172DB4C45EE4}"/>
              </a:ext>
            </a:extLst>
          </p:cNvPr>
          <p:cNvPicPr preferRelativeResize="0"/>
          <p:nvPr/>
        </p:nvPicPr>
        <p:blipFill rotWithShape="1">
          <a:blip r:embed="rId4">
            <a:alphaModFix/>
          </a:blip>
          <a:srcRect t="465" b="475"/>
          <a:stretch/>
        </p:blipFill>
        <p:spPr>
          <a:xfrm>
            <a:off x="7064962" y="942050"/>
            <a:ext cx="265550" cy="258850"/>
          </a:xfrm>
          <a:prstGeom prst="rect">
            <a:avLst/>
          </a:prstGeom>
          <a:noFill/>
          <a:ln>
            <a:noFill/>
          </a:ln>
        </p:spPr>
      </p:pic>
      <p:pic>
        <p:nvPicPr>
          <p:cNvPr id="1237" name="Google Shape;1237;p46">
            <a:hlinkClick r:id="rId3" action="ppaction://hlinksldjump"/>
            <a:extLst>
              <a:ext uri="{FF2B5EF4-FFF2-40B4-BE49-F238E27FC236}">
                <a16:creationId xmlns:a16="http://schemas.microsoft.com/office/drawing/2014/main" id="{0C8DA10E-C61A-C7DE-06EC-DBE301B5D6B7}"/>
              </a:ext>
            </a:extLst>
          </p:cNvPr>
          <p:cNvPicPr preferRelativeResize="0"/>
          <p:nvPr/>
        </p:nvPicPr>
        <p:blipFill rotWithShape="1">
          <a:blip r:embed="rId4">
            <a:alphaModFix/>
          </a:blip>
          <a:srcRect t="465" b="475"/>
          <a:stretch/>
        </p:blipFill>
        <p:spPr>
          <a:xfrm>
            <a:off x="3531687" y="778675"/>
            <a:ext cx="265550" cy="258850"/>
          </a:xfrm>
          <a:prstGeom prst="rect">
            <a:avLst/>
          </a:prstGeom>
          <a:noFill/>
          <a:ln>
            <a:noFill/>
          </a:ln>
        </p:spPr>
      </p:pic>
      <p:pic>
        <p:nvPicPr>
          <p:cNvPr id="1238" name="Google Shape;1238;p46">
            <a:hlinkClick r:id="rId3" action="ppaction://hlinksldjump"/>
            <a:extLst>
              <a:ext uri="{FF2B5EF4-FFF2-40B4-BE49-F238E27FC236}">
                <a16:creationId xmlns:a16="http://schemas.microsoft.com/office/drawing/2014/main" id="{8F8BA010-1A9D-3A40-C3E5-35AA86EA7BBE}"/>
              </a:ext>
            </a:extLst>
          </p:cNvPr>
          <p:cNvPicPr preferRelativeResize="0"/>
          <p:nvPr/>
        </p:nvPicPr>
        <p:blipFill rotWithShape="1">
          <a:blip r:embed="rId4">
            <a:alphaModFix/>
          </a:blip>
          <a:srcRect t="465" b="475"/>
          <a:stretch/>
        </p:blipFill>
        <p:spPr>
          <a:xfrm>
            <a:off x="4036212" y="3009875"/>
            <a:ext cx="265550" cy="258850"/>
          </a:xfrm>
          <a:prstGeom prst="rect">
            <a:avLst/>
          </a:prstGeom>
          <a:noFill/>
          <a:ln>
            <a:noFill/>
          </a:ln>
        </p:spPr>
      </p:pic>
      <p:pic>
        <p:nvPicPr>
          <p:cNvPr id="1239" name="Google Shape;1239;p46">
            <a:hlinkClick r:id="rId3" action="ppaction://hlinksldjump"/>
            <a:extLst>
              <a:ext uri="{FF2B5EF4-FFF2-40B4-BE49-F238E27FC236}">
                <a16:creationId xmlns:a16="http://schemas.microsoft.com/office/drawing/2014/main" id="{6DC21A91-DEFD-6D77-6A3F-25146821AEEF}"/>
              </a:ext>
            </a:extLst>
          </p:cNvPr>
          <p:cNvPicPr preferRelativeResize="0"/>
          <p:nvPr/>
        </p:nvPicPr>
        <p:blipFill rotWithShape="1">
          <a:blip r:embed="rId4">
            <a:alphaModFix/>
          </a:blip>
          <a:srcRect t="465" b="475"/>
          <a:stretch/>
        </p:blipFill>
        <p:spPr>
          <a:xfrm>
            <a:off x="8116887" y="2962475"/>
            <a:ext cx="265550" cy="258850"/>
          </a:xfrm>
          <a:prstGeom prst="rect">
            <a:avLst/>
          </a:prstGeom>
          <a:noFill/>
          <a:ln>
            <a:noFill/>
          </a:ln>
        </p:spPr>
      </p:pic>
      <p:sp>
        <p:nvSpPr>
          <p:cNvPr id="1240" name="Google Shape;1240;p46">
            <a:hlinkClick r:id="rId9" action="ppaction://hlinksldjump"/>
            <a:extLst>
              <a:ext uri="{FF2B5EF4-FFF2-40B4-BE49-F238E27FC236}">
                <a16:creationId xmlns:a16="http://schemas.microsoft.com/office/drawing/2014/main" id="{C0702A00-CC71-88C4-5AD2-BDC068BF9115}"/>
              </a:ext>
            </a:extLst>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1241" name="Google Shape;1241;p46">
            <a:hlinkClick r:id="rId5" action="ppaction://hlinksldjump"/>
            <a:extLst>
              <a:ext uri="{FF2B5EF4-FFF2-40B4-BE49-F238E27FC236}">
                <a16:creationId xmlns:a16="http://schemas.microsoft.com/office/drawing/2014/main" id="{F74C8F06-4863-E07E-12FA-7F21F2BF18C1}"/>
              </a:ext>
            </a:extLst>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1242" name="Google Shape;1242;p46">
            <a:hlinkClick r:id="rId10" action="ppaction://hlinksldjump"/>
            <a:extLst>
              <a:ext uri="{FF2B5EF4-FFF2-40B4-BE49-F238E27FC236}">
                <a16:creationId xmlns:a16="http://schemas.microsoft.com/office/drawing/2014/main" id="{042BC485-2795-BB5A-37EF-83BBCBDC9673}"/>
              </a:ext>
            </a:extLst>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1243" name="Google Shape;1243;p46">
            <a:hlinkClick r:id="rId11" action="ppaction://hlinksldjump"/>
            <a:extLst>
              <a:ext uri="{FF2B5EF4-FFF2-40B4-BE49-F238E27FC236}">
                <a16:creationId xmlns:a16="http://schemas.microsoft.com/office/drawing/2014/main" id="{F0782C3E-EDC1-AFDA-801B-7E1EE45F627B}"/>
              </a:ext>
            </a:extLst>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sp>
        <p:nvSpPr>
          <p:cNvPr id="2" name="Google Shape;493;p31">
            <a:extLst>
              <a:ext uri="{FF2B5EF4-FFF2-40B4-BE49-F238E27FC236}">
                <a16:creationId xmlns:a16="http://schemas.microsoft.com/office/drawing/2014/main" id="{DFCA8C22-5F81-A057-397C-D8FB74D2E415}"/>
              </a:ext>
            </a:extLst>
          </p:cNvPr>
          <p:cNvSpPr txBox="1">
            <a:spLocks/>
          </p:cNvSpPr>
          <p:nvPr/>
        </p:nvSpPr>
        <p:spPr>
          <a:xfrm>
            <a:off x="1394096" y="628200"/>
            <a:ext cx="2026192" cy="5727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Raleway Black"/>
              <a:buNone/>
              <a:defRPr sz="4800" b="0" i="0" u="none" strike="noStrike" cap="none">
                <a:solidFill>
                  <a:schemeClr val="dk1"/>
                </a:solidFill>
                <a:latin typeface="Raleway Black"/>
                <a:ea typeface="Raleway Black"/>
                <a:cs typeface="Raleway Black"/>
                <a:sym typeface="Raleway Black"/>
              </a:defRPr>
            </a:lvl1pPr>
            <a:lvl2pPr marR="0" lvl="1"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pPr algn="l"/>
            <a:r>
              <a:rPr lang="en-US" sz="2700" dirty="0"/>
              <a:t>Base Model</a:t>
            </a:r>
          </a:p>
        </p:txBody>
      </p:sp>
      <p:sp>
        <p:nvSpPr>
          <p:cNvPr id="4" name="Google Shape;493;p31">
            <a:extLst>
              <a:ext uri="{FF2B5EF4-FFF2-40B4-BE49-F238E27FC236}">
                <a16:creationId xmlns:a16="http://schemas.microsoft.com/office/drawing/2014/main" id="{5087FC05-4357-F6B1-FF60-EE297604E42D}"/>
              </a:ext>
            </a:extLst>
          </p:cNvPr>
          <p:cNvSpPr txBox="1">
            <a:spLocks/>
          </p:cNvSpPr>
          <p:nvPr/>
        </p:nvSpPr>
        <p:spPr>
          <a:xfrm>
            <a:off x="1849663" y="2862400"/>
            <a:ext cx="2831499" cy="5727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Raleway Black"/>
              <a:buNone/>
              <a:defRPr sz="4800" b="0" i="0" u="none" strike="noStrike" cap="none">
                <a:solidFill>
                  <a:schemeClr val="dk1"/>
                </a:solidFill>
                <a:latin typeface="Raleway Black"/>
                <a:ea typeface="Raleway Black"/>
                <a:cs typeface="Raleway Black"/>
                <a:sym typeface="Raleway Black"/>
              </a:defRPr>
            </a:lvl1pPr>
            <a:lvl2pPr marR="0" lvl="1"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pPr algn="l"/>
            <a:r>
              <a:rPr lang="en-US" sz="2000" dirty="0"/>
              <a:t>Custom Model 1</a:t>
            </a:r>
          </a:p>
        </p:txBody>
      </p:sp>
      <p:sp>
        <p:nvSpPr>
          <p:cNvPr id="5" name="Google Shape;493;p31">
            <a:extLst>
              <a:ext uri="{FF2B5EF4-FFF2-40B4-BE49-F238E27FC236}">
                <a16:creationId xmlns:a16="http://schemas.microsoft.com/office/drawing/2014/main" id="{BF183109-4F49-385A-CC4F-9D6861E1715A}"/>
              </a:ext>
            </a:extLst>
          </p:cNvPr>
          <p:cNvSpPr txBox="1">
            <a:spLocks/>
          </p:cNvSpPr>
          <p:nvPr/>
        </p:nvSpPr>
        <p:spPr>
          <a:xfrm>
            <a:off x="4883470" y="788209"/>
            <a:ext cx="2402968" cy="5727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Raleway Black"/>
              <a:buNone/>
              <a:defRPr sz="4800" b="0" i="0" u="none" strike="noStrike" cap="none">
                <a:solidFill>
                  <a:schemeClr val="dk1"/>
                </a:solidFill>
                <a:latin typeface="Raleway Black"/>
                <a:ea typeface="Raleway Black"/>
                <a:cs typeface="Raleway Black"/>
                <a:sym typeface="Raleway Black"/>
              </a:defRPr>
            </a:lvl1pPr>
            <a:lvl2pPr marR="0" lvl="1"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pPr algn="l"/>
            <a:r>
              <a:rPr lang="en-US" sz="1800" dirty="0"/>
              <a:t>Elastic Net Model</a:t>
            </a:r>
          </a:p>
        </p:txBody>
      </p:sp>
      <p:sp>
        <p:nvSpPr>
          <p:cNvPr id="6" name="Google Shape;493;p31">
            <a:extLst>
              <a:ext uri="{FF2B5EF4-FFF2-40B4-BE49-F238E27FC236}">
                <a16:creationId xmlns:a16="http://schemas.microsoft.com/office/drawing/2014/main" id="{7EC0B703-28CE-52EA-B3AE-DF436A28C11D}"/>
              </a:ext>
            </a:extLst>
          </p:cNvPr>
          <p:cNvSpPr txBox="1">
            <a:spLocks/>
          </p:cNvSpPr>
          <p:nvPr/>
        </p:nvSpPr>
        <p:spPr>
          <a:xfrm>
            <a:off x="5939656" y="2822425"/>
            <a:ext cx="2831499" cy="5727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Raleway Black"/>
              <a:buNone/>
              <a:defRPr sz="4800" b="0" i="0" u="none" strike="noStrike" cap="none">
                <a:solidFill>
                  <a:schemeClr val="dk1"/>
                </a:solidFill>
                <a:latin typeface="Raleway Black"/>
                <a:ea typeface="Raleway Black"/>
                <a:cs typeface="Raleway Black"/>
                <a:sym typeface="Raleway Black"/>
              </a:defRPr>
            </a:lvl1pPr>
            <a:lvl2pPr marR="0" lvl="1"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pPr algn="l"/>
            <a:r>
              <a:rPr lang="en-US" sz="2000" dirty="0"/>
              <a:t>Custom Model 2</a:t>
            </a:r>
          </a:p>
        </p:txBody>
      </p:sp>
      <p:sp>
        <p:nvSpPr>
          <p:cNvPr id="15" name="Google Shape;2247;p63">
            <a:extLst>
              <a:ext uri="{FF2B5EF4-FFF2-40B4-BE49-F238E27FC236}">
                <a16:creationId xmlns:a16="http://schemas.microsoft.com/office/drawing/2014/main" id="{C257804E-DC53-C999-9D3D-1904A1083A1A}"/>
              </a:ext>
            </a:extLst>
          </p:cNvPr>
          <p:cNvSpPr/>
          <p:nvPr/>
        </p:nvSpPr>
        <p:spPr>
          <a:xfrm>
            <a:off x="4188327" y="1829438"/>
            <a:ext cx="380249" cy="239994"/>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chemeClr val="accent2"/>
          </a:solidFill>
          <a:ln w="9525" cap="flat" cmpd="sng">
            <a:solidFill>
              <a:srgbClr val="7030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247;p63">
            <a:extLst>
              <a:ext uri="{FF2B5EF4-FFF2-40B4-BE49-F238E27FC236}">
                <a16:creationId xmlns:a16="http://schemas.microsoft.com/office/drawing/2014/main" id="{09A59947-6465-BEDA-BE69-7073C1F89A67}"/>
              </a:ext>
            </a:extLst>
          </p:cNvPr>
          <p:cNvSpPr/>
          <p:nvPr/>
        </p:nvSpPr>
        <p:spPr>
          <a:xfrm rot="5400000">
            <a:off x="2580361" y="2607775"/>
            <a:ext cx="299241" cy="262733"/>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chemeClr val="tx1"/>
          </a:solidFill>
          <a:ln w="9525" cap="flat" cmpd="sng">
            <a:solidFill>
              <a:srgbClr val="7030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7030A0"/>
              </a:solidFill>
            </a:endParaRPr>
          </a:p>
        </p:txBody>
      </p:sp>
      <p:sp>
        <p:nvSpPr>
          <p:cNvPr id="19" name="Google Shape;2247;p63">
            <a:extLst>
              <a:ext uri="{FF2B5EF4-FFF2-40B4-BE49-F238E27FC236}">
                <a16:creationId xmlns:a16="http://schemas.microsoft.com/office/drawing/2014/main" id="{2400A5C4-BAA8-5D10-79B3-E05E13F9F92C}"/>
              </a:ext>
            </a:extLst>
          </p:cNvPr>
          <p:cNvSpPr/>
          <p:nvPr/>
        </p:nvSpPr>
        <p:spPr>
          <a:xfrm>
            <a:off x="4928172" y="3758909"/>
            <a:ext cx="380249" cy="239994"/>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chemeClr val="accent2"/>
          </a:solidFill>
          <a:ln w="9525" cap="flat" cmpd="sng">
            <a:solidFill>
              <a:srgbClr val="7030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0648DE8E-943B-3BD9-BDFD-EA93C3A56079}"/>
              </a:ext>
            </a:extLst>
          </p:cNvPr>
          <p:cNvSpPr txBox="1"/>
          <p:nvPr/>
        </p:nvSpPr>
        <p:spPr>
          <a:xfrm>
            <a:off x="8859948" y="0"/>
            <a:ext cx="290464" cy="307777"/>
          </a:xfrm>
          <a:prstGeom prst="rect">
            <a:avLst/>
          </a:prstGeom>
          <a:noFill/>
        </p:spPr>
        <p:txBody>
          <a:bodyPr wrap="none" rtlCol="0">
            <a:spAutoFit/>
          </a:bodyPr>
          <a:lstStyle/>
          <a:p>
            <a:r>
              <a:rPr lang="en-US" dirty="0">
                <a:solidFill>
                  <a:schemeClr val="tx1"/>
                </a:solidFill>
                <a:latin typeface="Raleway Black" pitchFamily="2" charset="0"/>
              </a:rPr>
              <a:t>7</a:t>
            </a:r>
          </a:p>
        </p:txBody>
      </p:sp>
    </p:spTree>
    <p:extLst>
      <p:ext uri="{BB962C8B-B14F-4D97-AF65-F5344CB8AC3E}">
        <p14:creationId xmlns:p14="http://schemas.microsoft.com/office/powerpoint/2010/main" val="914046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38"/>
          <p:cNvSpPr txBox="1">
            <a:spLocks noGrp="1"/>
          </p:cNvSpPr>
          <p:nvPr>
            <p:ph type="title"/>
          </p:nvPr>
        </p:nvSpPr>
        <p:spPr>
          <a:xfrm>
            <a:off x="2247876" y="2357563"/>
            <a:ext cx="5307197" cy="762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MODEL RESULTS</a:t>
            </a:r>
            <a:endParaRPr dirty="0"/>
          </a:p>
        </p:txBody>
      </p:sp>
      <p:grpSp>
        <p:nvGrpSpPr>
          <p:cNvPr id="689" name="Google Shape;689;p38"/>
          <p:cNvGrpSpPr/>
          <p:nvPr/>
        </p:nvGrpSpPr>
        <p:grpSpPr>
          <a:xfrm>
            <a:off x="2418350" y="3251300"/>
            <a:ext cx="4950300" cy="1725900"/>
            <a:chOff x="2418350" y="3251300"/>
            <a:chExt cx="4950300" cy="1725900"/>
          </a:xfrm>
        </p:grpSpPr>
        <p:sp>
          <p:nvSpPr>
            <p:cNvPr id="690" name="Google Shape;690;p38"/>
            <p:cNvSpPr/>
            <p:nvPr/>
          </p:nvSpPr>
          <p:spPr>
            <a:xfrm>
              <a:off x="2418350" y="3708200"/>
              <a:ext cx="4950300" cy="12690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8"/>
            <p:cNvSpPr/>
            <p:nvPr/>
          </p:nvSpPr>
          <p:spPr>
            <a:xfrm>
              <a:off x="2418350" y="3251300"/>
              <a:ext cx="49503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8"/>
            <p:cNvSpPr/>
            <p:nvPr/>
          </p:nvSpPr>
          <p:spPr>
            <a:xfrm>
              <a:off x="6880425" y="3251300"/>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3" name="Google Shape;693;p38"/>
          <p:cNvSpPr txBox="1">
            <a:spLocks noGrp="1"/>
          </p:cNvSpPr>
          <p:nvPr>
            <p:ph type="subTitle" idx="1"/>
          </p:nvPr>
        </p:nvSpPr>
        <p:spPr>
          <a:xfrm>
            <a:off x="3159975" y="3992000"/>
            <a:ext cx="3483000" cy="701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Which Model Possess the most Potential?</a:t>
            </a:r>
            <a:endParaRPr dirty="0"/>
          </a:p>
        </p:txBody>
      </p:sp>
      <p:sp>
        <p:nvSpPr>
          <p:cNvPr id="694" name="Google Shape;694;p38"/>
          <p:cNvSpPr txBox="1">
            <a:spLocks noGrp="1"/>
          </p:cNvSpPr>
          <p:nvPr>
            <p:ph type="title" idx="2"/>
          </p:nvPr>
        </p:nvSpPr>
        <p:spPr>
          <a:xfrm>
            <a:off x="4244000" y="1256362"/>
            <a:ext cx="1299000" cy="1065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03.</a:t>
            </a:r>
            <a:endParaRPr/>
          </a:p>
        </p:txBody>
      </p:sp>
      <p:pic>
        <p:nvPicPr>
          <p:cNvPr id="695" name="Google Shape;695;p38">
            <a:hlinkClick r:id="rId3" action="ppaction://hlinksldjump"/>
          </p:cNvPr>
          <p:cNvPicPr preferRelativeResize="0"/>
          <p:nvPr/>
        </p:nvPicPr>
        <p:blipFill rotWithShape="1">
          <a:blip r:embed="rId4">
            <a:alphaModFix/>
          </a:blip>
          <a:srcRect t="465" b="475"/>
          <a:stretch/>
        </p:blipFill>
        <p:spPr>
          <a:xfrm>
            <a:off x="7533725" y="496125"/>
            <a:ext cx="265550" cy="258850"/>
          </a:xfrm>
          <a:prstGeom prst="rect">
            <a:avLst/>
          </a:prstGeom>
          <a:noFill/>
          <a:ln>
            <a:noFill/>
          </a:ln>
        </p:spPr>
      </p:pic>
      <p:pic>
        <p:nvPicPr>
          <p:cNvPr id="696" name="Google Shape;696;p38">
            <a:hlinkClick r:id="rId5" action="ppaction://hlinksldjump"/>
          </p:cNvPr>
          <p:cNvPicPr preferRelativeResize="0"/>
          <p:nvPr/>
        </p:nvPicPr>
        <p:blipFill rotWithShape="1">
          <a:blip r:embed="rId6">
            <a:alphaModFix/>
          </a:blip>
          <a:srcRect t="941" b="941"/>
          <a:stretch/>
        </p:blipFill>
        <p:spPr>
          <a:xfrm>
            <a:off x="237300" y="550513"/>
            <a:ext cx="294878" cy="230099"/>
          </a:xfrm>
          <a:prstGeom prst="rect">
            <a:avLst/>
          </a:prstGeom>
          <a:noFill/>
          <a:ln>
            <a:noFill/>
          </a:ln>
        </p:spPr>
      </p:pic>
      <p:pic>
        <p:nvPicPr>
          <p:cNvPr id="697" name="Google Shape;697;p38">
            <a:hlinkClick r:id="" action="ppaction://hlinkshowjump?jump=previousslide"/>
          </p:cNvPr>
          <p:cNvPicPr preferRelativeResize="0"/>
          <p:nvPr/>
        </p:nvPicPr>
        <p:blipFill>
          <a:blip r:embed="rId7">
            <a:alphaModFix/>
          </a:blip>
          <a:stretch>
            <a:fillRect/>
          </a:stretch>
        </p:blipFill>
        <p:spPr>
          <a:xfrm>
            <a:off x="237301" y="1181549"/>
            <a:ext cx="294875" cy="307964"/>
          </a:xfrm>
          <a:prstGeom prst="rect">
            <a:avLst/>
          </a:prstGeom>
          <a:noFill/>
          <a:ln>
            <a:noFill/>
          </a:ln>
        </p:spPr>
      </p:pic>
      <p:pic>
        <p:nvPicPr>
          <p:cNvPr id="698" name="Google Shape;698;p38">
            <a:hlinkClick r:id="" action="ppaction://hlinkshowjump?jump=nextslide"/>
          </p:cNvPr>
          <p:cNvPicPr preferRelativeResize="0"/>
          <p:nvPr/>
        </p:nvPicPr>
        <p:blipFill>
          <a:blip r:embed="rId7">
            <a:alphaModFix/>
          </a:blip>
          <a:stretch>
            <a:fillRect/>
          </a:stretch>
        </p:blipFill>
        <p:spPr>
          <a:xfrm flipH="1">
            <a:off x="237301" y="3724924"/>
            <a:ext cx="294875" cy="307964"/>
          </a:xfrm>
          <a:prstGeom prst="rect">
            <a:avLst/>
          </a:prstGeom>
          <a:noFill/>
          <a:ln>
            <a:noFill/>
          </a:ln>
        </p:spPr>
      </p:pic>
      <p:pic>
        <p:nvPicPr>
          <p:cNvPr id="699" name="Google Shape;699;p38">
            <a:hlinkClick r:id="" action="ppaction://noaction"/>
          </p:cNvPr>
          <p:cNvPicPr preferRelativeResize="0"/>
          <p:nvPr/>
        </p:nvPicPr>
        <p:blipFill rotWithShape="1">
          <a:blip r:embed="rId8">
            <a:alphaModFix/>
          </a:blip>
          <a:srcRect l="396" r="396"/>
          <a:stretch/>
        </p:blipFill>
        <p:spPr>
          <a:xfrm>
            <a:off x="228050" y="4350525"/>
            <a:ext cx="302603" cy="307950"/>
          </a:xfrm>
          <a:prstGeom prst="rect">
            <a:avLst/>
          </a:prstGeom>
          <a:noFill/>
          <a:ln>
            <a:noFill/>
          </a:ln>
        </p:spPr>
      </p:pic>
      <p:pic>
        <p:nvPicPr>
          <p:cNvPr id="700" name="Google Shape;700;p38">
            <a:hlinkClick r:id="rId3" action="ppaction://hlinksldjump"/>
          </p:cNvPr>
          <p:cNvPicPr preferRelativeResize="0"/>
          <p:nvPr/>
        </p:nvPicPr>
        <p:blipFill rotWithShape="1">
          <a:blip r:embed="rId4">
            <a:alphaModFix/>
          </a:blip>
          <a:srcRect t="465" b="475"/>
          <a:stretch/>
        </p:blipFill>
        <p:spPr>
          <a:xfrm>
            <a:off x="6991700" y="3350325"/>
            <a:ext cx="265550" cy="258850"/>
          </a:xfrm>
          <a:prstGeom prst="rect">
            <a:avLst/>
          </a:prstGeom>
          <a:noFill/>
          <a:ln>
            <a:noFill/>
          </a:ln>
        </p:spPr>
      </p:pic>
      <p:sp>
        <p:nvSpPr>
          <p:cNvPr id="701" name="Google Shape;701;p38">
            <a:hlinkClick r:id="rId9" action="ppaction://hlinksldjump"/>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702" name="Google Shape;702;p38">
            <a:hlinkClick r:id="rId5" action="ppaction://hlinksldjump"/>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703" name="Google Shape;703;p38">
            <a:hlinkClick r:id="rId10" action="ppaction://hlinksldjump"/>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704" name="Google Shape;704;p38">
            <a:hlinkClick r:id="rId11" action="ppaction://hlinksldjump"/>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sp>
        <p:nvSpPr>
          <p:cNvPr id="2" name="TextBox 1">
            <a:extLst>
              <a:ext uri="{FF2B5EF4-FFF2-40B4-BE49-F238E27FC236}">
                <a16:creationId xmlns:a16="http://schemas.microsoft.com/office/drawing/2014/main" id="{22253B8D-4DC6-C463-22F4-2E3823552167}"/>
              </a:ext>
            </a:extLst>
          </p:cNvPr>
          <p:cNvSpPr txBox="1"/>
          <p:nvPr/>
        </p:nvSpPr>
        <p:spPr>
          <a:xfrm>
            <a:off x="8859948" y="0"/>
            <a:ext cx="293670" cy="307777"/>
          </a:xfrm>
          <a:prstGeom prst="rect">
            <a:avLst/>
          </a:prstGeom>
          <a:noFill/>
        </p:spPr>
        <p:txBody>
          <a:bodyPr wrap="none" rtlCol="0">
            <a:spAutoFit/>
          </a:bodyPr>
          <a:lstStyle/>
          <a:p>
            <a:r>
              <a:rPr lang="en-US" dirty="0">
                <a:solidFill>
                  <a:schemeClr val="tx1"/>
                </a:solidFill>
                <a:latin typeface="Raleway Black" pitchFamily="2" charset="0"/>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grpSp>
        <p:nvGrpSpPr>
          <p:cNvPr id="815" name="Google Shape;815;p42"/>
          <p:cNvGrpSpPr/>
          <p:nvPr/>
        </p:nvGrpSpPr>
        <p:grpSpPr>
          <a:xfrm>
            <a:off x="1173841" y="1225732"/>
            <a:ext cx="7433962" cy="3227224"/>
            <a:chOff x="1809800" y="1569150"/>
            <a:chExt cx="6167400" cy="2465700"/>
          </a:xfrm>
        </p:grpSpPr>
        <p:sp>
          <p:nvSpPr>
            <p:cNvPr id="816" name="Google Shape;816;p42"/>
            <p:cNvSpPr/>
            <p:nvPr/>
          </p:nvSpPr>
          <p:spPr>
            <a:xfrm>
              <a:off x="1809800" y="2026050"/>
              <a:ext cx="6167400" cy="20088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2"/>
            <p:cNvSpPr/>
            <p:nvPr/>
          </p:nvSpPr>
          <p:spPr>
            <a:xfrm>
              <a:off x="1809800" y="1569150"/>
              <a:ext cx="56793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2"/>
            <p:cNvSpPr/>
            <p:nvPr/>
          </p:nvSpPr>
          <p:spPr>
            <a:xfrm>
              <a:off x="7489000" y="1569150"/>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9" name="Google Shape;819;p42"/>
          <p:cNvSpPr txBox="1">
            <a:spLocks noGrp="1"/>
          </p:cNvSpPr>
          <p:nvPr>
            <p:ph type="title"/>
          </p:nvPr>
        </p:nvSpPr>
        <p:spPr>
          <a:xfrm>
            <a:off x="1114050" y="393425"/>
            <a:ext cx="6915900" cy="572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Model Metrics</a:t>
            </a:r>
            <a:endParaRPr dirty="0"/>
          </a:p>
        </p:txBody>
      </p:sp>
      <p:graphicFrame>
        <p:nvGraphicFramePr>
          <p:cNvPr id="820" name="Google Shape;820;p42"/>
          <p:cNvGraphicFramePr/>
          <p:nvPr>
            <p:extLst>
              <p:ext uri="{D42A27DB-BD31-4B8C-83A1-F6EECF244321}">
                <p14:modId xmlns:p14="http://schemas.microsoft.com/office/powerpoint/2010/main" val="3168126684"/>
              </p:ext>
            </p:extLst>
          </p:nvPr>
        </p:nvGraphicFramePr>
        <p:xfrm>
          <a:off x="1172318" y="1279575"/>
          <a:ext cx="6915900" cy="3117425"/>
        </p:xfrm>
        <a:graphic>
          <a:graphicData uri="http://schemas.openxmlformats.org/drawingml/2006/table">
            <a:tbl>
              <a:tblPr>
                <a:noFill/>
                <a:tableStyleId>{D76B9A61-411B-4502-9C3F-2E5BD0C80628}</a:tableStyleId>
              </a:tblPr>
              <a:tblGrid>
                <a:gridCol w="751457">
                  <a:extLst>
                    <a:ext uri="{9D8B030D-6E8A-4147-A177-3AD203B41FA5}">
                      <a16:colId xmlns:a16="http://schemas.microsoft.com/office/drawing/2014/main" val="20000"/>
                    </a:ext>
                  </a:extLst>
                </a:gridCol>
                <a:gridCol w="1224513">
                  <a:extLst>
                    <a:ext uri="{9D8B030D-6E8A-4147-A177-3AD203B41FA5}">
                      <a16:colId xmlns:a16="http://schemas.microsoft.com/office/drawing/2014/main" val="20001"/>
                    </a:ext>
                  </a:extLst>
                </a:gridCol>
                <a:gridCol w="987986">
                  <a:extLst>
                    <a:ext uri="{9D8B030D-6E8A-4147-A177-3AD203B41FA5}">
                      <a16:colId xmlns:a16="http://schemas.microsoft.com/office/drawing/2014/main" val="159999192"/>
                    </a:ext>
                  </a:extLst>
                </a:gridCol>
                <a:gridCol w="987986">
                  <a:extLst>
                    <a:ext uri="{9D8B030D-6E8A-4147-A177-3AD203B41FA5}">
                      <a16:colId xmlns:a16="http://schemas.microsoft.com/office/drawing/2014/main" val="20002"/>
                    </a:ext>
                  </a:extLst>
                </a:gridCol>
                <a:gridCol w="987986">
                  <a:extLst>
                    <a:ext uri="{9D8B030D-6E8A-4147-A177-3AD203B41FA5}">
                      <a16:colId xmlns:a16="http://schemas.microsoft.com/office/drawing/2014/main" val="20003"/>
                    </a:ext>
                  </a:extLst>
                </a:gridCol>
                <a:gridCol w="987986">
                  <a:extLst>
                    <a:ext uri="{9D8B030D-6E8A-4147-A177-3AD203B41FA5}">
                      <a16:colId xmlns:a16="http://schemas.microsoft.com/office/drawing/2014/main" val="1551116215"/>
                    </a:ext>
                  </a:extLst>
                </a:gridCol>
                <a:gridCol w="987986">
                  <a:extLst>
                    <a:ext uri="{9D8B030D-6E8A-4147-A177-3AD203B41FA5}">
                      <a16:colId xmlns:a16="http://schemas.microsoft.com/office/drawing/2014/main" val="1331977453"/>
                    </a:ext>
                  </a:extLst>
                </a:gridCol>
              </a:tblGrid>
              <a:tr h="510625">
                <a:tc>
                  <a:txBody>
                    <a:bodyPr/>
                    <a:lstStyle/>
                    <a:p>
                      <a:pPr marL="0" lvl="0" indent="0" algn="l" rtl="0">
                        <a:spcBef>
                          <a:spcPts val="0"/>
                        </a:spcBef>
                        <a:spcAft>
                          <a:spcPts val="0"/>
                        </a:spcAft>
                        <a:buNone/>
                      </a:pPr>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800" dirty="0">
                          <a:solidFill>
                            <a:schemeClr val="dk1"/>
                          </a:solidFill>
                          <a:latin typeface="Raleway ExtraBold"/>
                          <a:ea typeface="Raleway ExtraBold"/>
                          <a:cs typeface="Raleway ExtraBold"/>
                          <a:sym typeface="Raleway ExtraBold"/>
                        </a:rPr>
                        <a:t>Accuracy</a:t>
                      </a:r>
                      <a:endParaRPr sz="1800" dirty="0">
                        <a:solidFill>
                          <a:schemeClr val="dk1"/>
                        </a:solidFill>
                        <a:latin typeface="Raleway ExtraBold"/>
                        <a:ea typeface="Raleway ExtraBold"/>
                        <a:cs typeface="Raleway ExtraBold"/>
                        <a:sym typeface="Raleway ExtraBold"/>
                      </a:endParaRPr>
                    </a:p>
                  </a:txBody>
                  <a:tcPr marL="91425" marR="91425" marT="54000"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800" dirty="0">
                          <a:solidFill>
                            <a:schemeClr val="dk1"/>
                          </a:solidFill>
                          <a:latin typeface="Raleway ExtraBold"/>
                          <a:ea typeface="Raleway ExtraBold"/>
                          <a:cs typeface="Raleway ExtraBold"/>
                          <a:sym typeface="Raleway ExtraBold"/>
                        </a:rPr>
                        <a:t>Brier</a:t>
                      </a:r>
                      <a:endParaRPr sz="1800" dirty="0">
                        <a:solidFill>
                          <a:schemeClr val="dk1"/>
                        </a:solidFill>
                        <a:latin typeface="Raleway ExtraBold"/>
                        <a:ea typeface="Raleway ExtraBold"/>
                        <a:cs typeface="Raleway ExtraBold"/>
                        <a:sym typeface="Raleway ExtraBold"/>
                      </a:endParaRPr>
                    </a:p>
                  </a:txBody>
                  <a:tcPr marL="91425" marR="91425" marT="54000" marB="91425" anchor="ctr">
                    <a:lnL w="9525" cap="flat" cmpd="sng" algn="ctr">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800" dirty="0">
                          <a:solidFill>
                            <a:schemeClr val="dk1"/>
                          </a:solidFill>
                          <a:latin typeface="Raleway ExtraBold"/>
                          <a:ea typeface="Raleway ExtraBold"/>
                          <a:cs typeface="Raleway ExtraBold"/>
                          <a:sym typeface="Raleway ExtraBold"/>
                        </a:rPr>
                        <a:t>Kappa</a:t>
                      </a:r>
                      <a:endParaRPr sz="1800" dirty="0">
                        <a:solidFill>
                          <a:schemeClr val="dk1"/>
                        </a:solidFill>
                        <a:latin typeface="Raleway ExtraBold"/>
                        <a:ea typeface="Raleway ExtraBold"/>
                        <a:cs typeface="Raleway ExtraBold"/>
                        <a:sym typeface="Raleway ExtraBold"/>
                      </a:endParaRPr>
                    </a:p>
                  </a:txBody>
                  <a:tcPr marL="91425" marR="91425" marT="54000"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800" dirty="0">
                          <a:solidFill>
                            <a:schemeClr val="dk1"/>
                          </a:solidFill>
                          <a:latin typeface="Raleway ExtraBold"/>
                          <a:ea typeface="Raleway ExtraBold"/>
                          <a:cs typeface="Raleway ExtraBold"/>
                          <a:sym typeface="Raleway ExtraBold"/>
                        </a:rPr>
                        <a:t>AUC</a:t>
                      </a:r>
                      <a:endParaRPr sz="1800" dirty="0">
                        <a:solidFill>
                          <a:schemeClr val="dk1"/>
                        </a:solidFill>
                        <a:latin typeface="Raleway ExtraBold"/>
                        <a:ea typeface="Raleway ExtraBold"/>
                        <a:cs typeface="Raleway ExtraBold"/>
                        <a:sym typeface="Raleway ExtraBold"/>
                      </a:endParaRPr>
                    </a:p>
                  </a:txBody>
                  <a:tcPr marL="91425" marR="91425" marT="54000"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800" dirty="0">
                          <a:solidFill>
                            <a:schemeClr val="dk1"/>
                          </a:solidFill>
                          <a:latin typeface="Raleway ExtraBold"/>
                          <a:ea typeface="Raleway ExtraBold"/>
                          <a:cs typeface="Raleway ExtraBold"/>
                          <a:sym typeface="Raleway ExtraBold"/>
                        </a:rPr>
                        <a:t>Spec</a:t>
                      </a:r>
                      <a:endParaRPr sz="1800" dirty="0">
                        <a:solidFill>
                          <a:schemeClr val="dk1"/>
                        </a:solidFill>
                        <a:latin typeface="Raleway ExtraBold"/>
                        <a:ea typeface="Raleway ExtraBold"/>
                        <a:cs typeface="Raleway ExtraBold"/>
                        <a:sym typeface="Raleway ExtraBold"/>
                      </a:endParaRPr>
                    </a:p>
                  </a:txBody>
                  <a:tcPr marL="91425" marR="91425" marT="54000"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800" dirty="0">
                          <a:solidFill>
                            <a:schemeClr val="dk1"/>
                          </a:solidFill>
                          <a:latin typeface="Raleway ExtraBold"/>
                          <a:ea typeface="Raleway ExtraBold"/>
                          <a:cs typeface="Raleway ExtraBold"/>
                          <a:sym typeface="Raleway ExtraBold"/>
                        </a:rPr>
                        <a:t>Sens</a:t>
                      </a:r>
                      <a:endParaRPr sz="1800" dirty="0">
                        <a:solidFill>
                          <a:schemeClr val="dk1"/>
                        </a:solidFill>
                        <a:latin typeface="Raleway ExtraBold"/>
                        <a:ea typeface="Raleway ExtraBold"/>
                        <a:cs typeface="Raleway ExtraBold"/>
                        <a:sym typeface="Raleway ExtraBold"/>
                      </a:endParaRPr>
                    </a:p>
                  </a:txBody>
                  <a:tcPr marL="91425" marR="91425" marT="54000"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extLst>
                  <a:ext uri="{0D108BD9-81ED-4DB2-BD59-A6C34878D82A}">
                    <a16:rowId xmlns:a16="http://schemas.microsoft.com/office/drawing/2014/main" val="10000"/>
                  </a:ext>
                </a:extLst>
              </a:tr>
              <a:tr h="651700">
                <a:tc>
                  <a:txBody>
                    <a:bodyPr/>
                    <a:lstStyle/>
                    <a:p>
                      <a:pPr marL="0" lvl="0" indent="0" algn="l" rtl="0">
                        <a:spcBef>
                          <a:spcPts val="0"/>
                        </a:spcBef>
                        <a:spcAft>
                          <a:spcPts val="0"/>
                        </a:spcAft>
                        <a:buNone/>
                      </a:pPr>
                      <a:r>
                        <a:rPr lang="en" sz="1800" dirty="0">
                          <a:solidFill>
                            <a:schemeClr val="dk1"/>
                          </a:solidFill>
                          <a:latin typeface="Raleway ExtraBold"/>
                          <a:ea typeface="Raleway ExtraBold"/>
                          <a:cs typeface="Raleway ExtraBold"/>
                          <a:sym typeface="Raleway ExtraBold"/>
                        </a:rPr>
                        <a:t>BM</a:t>
                      </a:r>
                      <a:endParaRPr sz="1800" dirty="0">
                        <a:solidFill>
                          <a:schemeClr val="dk1"/>
                        </a:solidFill>
                        <a:latin typeface="Raleway ExtraBold"/>
                        <a:ea typeface="Raleway ExtraBold"/>
                        <a:cs typeface="Raleway ExtraBold"/>
                        <a:sym typeface="Raleway ExtraBold"/>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dirty="0">
                          <a:solidFill>
                            <a:schemeClr val="dk2"/>
                          </a:solidFill>
                          <a:latin typeface="Tajawal"/>
                          <a:ea typeface="Tajawal"/>
                          <a:cs typeface="Tajawal"/>
                          <a:sym typeface="Tajawal"/>
                        </a:rPr>
                        <a:t>0.846</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0.124</a:t>
                      </a:r>
                      <a:endParaRPr sz="1600" dirty="0">
                        <a:solidFill>
                          <a:schemeClr val="dk2"/>
                        </a:solidFill>
                        <a:latin typeface="Tajawal"/>
                        <a:ea typeface="Tajawal"/>
                        <a:cs typeface="Tajawal"/>
                        <a:sym typeface="Tajawal"/>
                      </a:endParaRPr>
                    </a:p>
                  </a:txBody>
                  <a:tcPr marL="91425" marR="91425" marT="91425" marB="91425" anchor="ctr">
                    <a:lnL w="9525" cap="flat" cmpd="sng" algn="ctr">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dirty="0">
                          <a:solidFill>
                            <a:schemeClr val="dk2"/>
                          </a:solidFill>
                          <a:latin typeface="Tajawal"/>
                          <a:ea typeface="Tajawal"/>
                          <a:cs typeface="Tajawal"/>
                          <a:sym typeface="Tajawal"/>
                        </a:rPr>
                        <a:t>0.116</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dirty="0">
                          <a:solidFill>
                            <a:schemeClr val="dk2"/>
                          </a:solidFill>
                          <a:latin typeface="Tajawal"/>
                          <a:ea typeface="Tajawal"/>
                          <a:cs typeface="Tajawal"/>
                          <a:sym typeface="Tajawal"/>
                        </a:rPr>
                        <a:t>0.620</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0.951</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0.139</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651700">
                <a:tc>
                  <a:txBody>
                    <a:bodyPr/>
                    <a:lstStyle/>
                    <a:p>
                      <a:pPr marL="0" lvl="0" indent="0" algn="l" rtl="0">
                        <a:spcBef>
                          <a:spcPts val="0"/>
                        </a:spcBef>
                        <a:spcAft>
                          <a:spcPts val="0"/>
                        </a:spcAft>
                        <a:buNone/>
                      </a:pPr>
                      <a:r>
                        <a:rPr lang="en" sz="1800" dirty="0">
                          <a:solidFill>
                            <a:schemeClr val="dk1"/>
                          </a:solidFill>
                          <a:latin typeface="Raleway ExtraBold"/>
                          <a:ea typeface="Raleway ExtraBold"/>
                          <a:cs typeface="Raleway ExtraBold"/>
                          <a:sym typeface="Raleway ExtraBold"/>
                        </a:rPr>
                        <a:t>ENM</a:t>
                      </a:r>
                      <a:endParaRPr sz="1800" dirty="0">
                        <a:solidFill>
                          <a:schemeClr val="dk1"/>
                        </a:solidFill>
                        <a:latin typeface="Raleway ExtraBold"/>
                        <a:ea typeface="Raleway ExtraBold"/>
                        <a:cs typeface="Raleway ExtraBold"/>
                        <a:sym typeface="Raleway ExtraBold"/>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dirty="0">
                          <a:solidFill>
                            <a:schemeClr val="dk2"/>
                          </a:solidFill>
                          <a:latin typeface="Tajawal"/>
                          <a:ea typeface="Tajawal"/>
                          <a:cs typeface="Tajawal"/>
                          <a:sym typeface="Tajawal"/>
                        </a:rPr>
                        <a:t>0.680</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0.202</a:t>
                      </a:r>
                      <a:endParaRPr sz="1600" dirty="0">
                        <a:solidFill>
                          <a:schemeClr val="dk2"/>
                        </a:solidFill>
                        <a:latin typeface="Tajawal"/>
                        <a:ea typeface="Tajawal"/>
                        <a:cs typeface="Tajawal"/>
                        <a:sym typeface="Tajawal"/>
                      </a:endParaRPr>
                    </a:p>
                  </a:txBody>
                  <a:tcPr marL="91425" marR="91425" marT="91425" marB="91425" anchor="ctr">
                    <a:lnL w="9525" cap="flat" cmpd="sng" algn="ctr">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dirty="0">
                          <a:solidFill>
                            <a:schemeClr val="dk2"/>
                          </a:solidFill>
                          <a:latin typeface="Tajawal"/>
                          <a:ea typeface="Tajawal"/>
                          <a:cs typeface="Tajawal"/>
                          <a:sym typeface="Tajawal"/>
                        </a:rPr>
                        <a:t>0.187</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dirty="0">
                          <a:solidFill>
                            <a:schemeClr val="dk2"/>
                          </a:solidFill>
                          <a:latin typeface="Tajawal"/>
                          <a:ea typeface="Tajawal"/>
                          <a:cs typeface="Tajawal"/>
                          <a:sym typeface="Tajawal"/>
                        </a:rPr>
                        <a:t>0.708</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0.686</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0.640</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extLst>
                  <a:ext uri="{0D108BD9-81ED-4DB2-BD59-A6C34878D82A}">
                    <a16:rowId xmlns:a16="http://schemas.microsoft.com/office/drawing/2014/main" val="10002"/>
                  </a:ext>
                </a:extLst>
              </a:tr>
              <a:tr h="651700">
                <a:tc>
                  <a:txBody>
                    <a:bodyPr/>
                    <a:lstStyle/>
                    <a:p>
                      <a:pPr marL="0" lvl="0" indent="0" algn="l" rtl="0">
                        <a:spcBef>
                          <a:spcPts val="0"/>
                        </a:spcBef>
                        <a:spcAft>
                          <a:spcPts val="0"/>
                        </a:spcAft>
                        <a:buNone/>
                      </a:pPr>
                      <a:r>
                        <a:rPr lang="en" sz="1800" dirty="0">
                          <a:solidFill>
                            <a:schemeClr val="dk1"/>
                          </a:solidFill>
                          <a:latin typeface="Raleway ExtraBold"/>
                          <a:ea typeface="Raleway ExtraBold"/>
                          <a:cs typeface="Raleway ExtraBold"/>
                          <a:sym typeface="Raleway ExtraBold"/>
                        </a:rPr>
                        <a:t>CM1</a:t>
                      </a:r>
                      <a:endParaRPr sz="1800" dirty="0">
                        <a:solidFill>
                          <a:schemeClr val="dk1"/>
                        </a:solidFill>
                        <a:latin typeface="Raleway ExtraBold"/>
                        <a:ea typeface="Raleway ExtraBold"/>
                        <a:cs typeface="Raleway ExtraBold"/>
                        <a:sym typeface="Raleway ExtraBold"/>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dirty="0">
                          <a:solidFill>
                            <a:schemeClr val="dk2"/>
                          </a:solidFill>
                          <a:latin typeface="Tajawal"/>
                          <a:ea typeface="Tajawal"/>
                          <a:cs typeface="Tajawal"/>
                          <a:sym typeface="Tajawal"/>
                        </a:rPr>
                        <a:t>0.696</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0.219</a:t>
                      </a:r>
                      <a:endParaRPr sz="1600" dirty="0">
                        <a:solidFill>
                          <a:schemeClr val="dk2"/>
                        </a:solidFill>
                        <a:latin typeface="Tajawal"/>
                        <a:ea typeface="Tajawal"/>
                        <a:cs typeface="Tajawal"/>
                        <a:sym typeface="Tajawal"/>
                      </a:endParaRPr>
                    </a:p>
                  </a:txBody>
                  <a:tcPr marL="91425" marR="91425" marT="91425" marB="91425" anchor="ctr">
                    <a:lnL w="9525" cap="flat" cmpd="sng" algn="ctr">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dirty="0">
                          <a:solidFill>
                            <a:schemeClr val="dk2"/>
                          </a:solidFill>
                          <a:latin typeface="Tajawal"/>
                          <a:ea typeface="Tajawal"/>
                          <a:cs typeface="Tajawal"/>
                          <a:sym typeface="Tajawal"/>
                        </a:rPr>
                        <a:t>0.156</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dirty="0">
                          <a:solidFill>
                            <a:schemeClr val="dk2"/>
                          </a:solidFill>
                          <a:latin typeface="Tajawal"/>
                          <a:ea typeface="Tajawal"/>
                          <a:cs typeface="Tajawal"/>
                          <a:sym typeface="Tajawal"/>
                        </a:rPr>
                        <a:t>0.608</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0.721</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0.528</a:t>
                      </a:r>
                      <a:endParaRPr sz="1600" dirty="0">
                        <a:solidFill>
                          <a:schemeClr val="dk2"/>
                        </a:solidFill>
                        <a:latin typeface="Tajawal"/>
                        <a:ea typeface="Tajawal"/>
                        <a:cs typeface="Tajawal"/>
                        <a:sym typeface="Tajawal"/>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651700">
                <a:tc>
                  <a:txBody>
                    <a:bodyPr/>
                    <a:lstStyle/>
                    <a:p>
                      <a:pPr marL="0" lvl="0" indent="0" algn="l" rtl="0">
                        <a:spcBef>
                          <a:spcPts val="0"/>
                        </a:spcBef>
                        <a:spcAft>
                          <a:spcPts val="0"/>
                        </a:spcAft>
                        <a:buNone/>
                      </a:pPr>
                      <a:r>
                        <a:rPr lang="en-US" sz="1800" dirty="0">
                          <a:solidFill>
                            <a:schemeClr val="dk1"/>
                          </a:solidFill>
                          <a:latin typeface="Raleway ExtraBold"/>
                          <a:ea typeface="Raleway ExtraBold"/>
                          <a:cs typeface="Raleway ExtraBold"/>
                          <a:sym typeface="Raleway ExtraBold"/>
                        </a:rPr>
                        <a:t>CM2</a:t>
                      </a:r>
                      <a:endParaRPr sz="1800" dirty="0">
                        <a:solidFill>
                          <a:schemeClr val="dk1"/>
                        </a:solidFill>
                        <a:latin typeface="Raleway ExtraBold"/>
                        <a:ea typeface="Raleway ExtraBold"/>
                        <a:cs typeface="Raleway ExtraBold"/>
                        <a:sym typeface="Raleway ExtraBold"/>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0.683</a:t>
                      </a:r>
                      <a:endParaRPr sz="1600" dirty="0">
                        <a:solidFill>
                          <a:schemeClr val="dk2"/>
                        </a:solidFill>
                        <a:latin typeface="Tajawal"/>
                        <a:ea typeface="Tajawal"/>
                        <a:cs typeface="Tajawal"/>
                        <a:sym typeface="Tajawal"/>
                      </a:endParaRPr>
                    </a:p>
                  </a:txBody>
                  <a:tcPr marL="91425" marR="91425" marT="91425" marB="91425" anchor="ctr">
                    <a:lnL w="9525" cap="flat" cmpd="sng" algn="ctr">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0.201</a:t>
                      </a:r>
                      <a:endParaRPr sz="1600" dirty="0">
                        <a:solidFill>
                          <a:schemeClr val="dk2"/>
                        </a:solidFill>
                        <a:latin typeface="Tajawal"/>
                        <a:ea typeface="Tajawal"/>
                        <a:cs typeface="Tajawal"/>
                        <a:sym typeface="Tajawal"/>
                      </a:endParaRPr>
                    </a:p>
                  </a:txBody>
                  <a:tcPr marL="91425" marR="91425" marT="91425" marB="91425" anchor="ctr">
                    <a:lnL w="9525" cap="flat" cmpd="sng" algn="ctr">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0.183</a:t>
                      </a:r>
                      <a:endParaRPr sz="1600" dirty="0">
                        <a:solidFill>
                          <a:schemeClr val="dk2"/>
                        </a:solidFill>
                        <a:latin typeface="Tajawal"/>
                        <a:ea typeface="Tajawal"/>
                        <a:cs typeface="Tajawal"/>
                        <a:sym typeface="Tajawal"/>
                      </a:endParaRPr>
                    </a:p>
                  </a:txBody>
                  <a:tcPr marL="91425" marR="91425" marT="91425" marB="91425" anchor="ctr">
                    <a:lnL w="9525" cap="flat" cmpd="sng" algn="ctr">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0.711</a:t>
                      </a:r>
                      <a:endParaRPr sz="1600" dirty="0">
                        <a:solidFill>
                          <a:schemeClr val="dk2"/>
                        </a:solidFill>
                        <a:latin typeface="Tajawal"/>
                        <a:ea typeface="Tajawal"/>
                        <a:cs typeface="Tajawal"/>
                        <a:sym typeface="Tajawal"/>
                      </a:endParaRPr>
                    </a:p>
                  </a:txBody>
                  <a:tcPr marL="91425" marR="91425" marT="91425" marB="91425" anchor="ctr">
                    <a:lnL w="9525" cap="flat" cmpd="sng" algn="ctr">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0.692</a:t>
                      </a:r>
                      <a:endParaRPr sz="1600" dirty="0">
                        <a:solidFill>
                          <a:schemeClr val="dk2"/>
                        </a:solidFill>
                        <a:latin typeface="Tajawal"/>
                        <a:ea typeface="Tajawal"/>
                        <a:cs typeface="Tajawal"/>
                        <a:sym typeface="Tajawal"/>
                      </a:endParaRPr>
                    </a:p>
                  </a:txBody>
                  <a:tcPr marL="91425" marR="91425" marT="91425" marB="91425" anchor="ctr">
                    <a:lnL w="9525" cap="flat" cmpd="sng" algn="ctr">
                      <a:solidFill>
                        <a:schemeClr val="dk2">
                          <a:alpha val="0"/>
                        </a:schemeClr>
                      </a:solidFill>
                      <a:prstDash val="solid"/>
                      <a:round/>
                      <a:headEnd type="none" w="sm" len="sm"/>
                      <a:tailEnd type="none" w="sm" len="sm"/>
                    </a:lnL>
                    <a:lnR w="9525" cap="flat" cmpd="sng" algn="ctr">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2"/>
                          </a:solidFill>
                          <a:latin typeface="Tajawal"/>
                          <a:ea typeface="Tajawal"/>
                          <a:cs typeface="Tajawal"/>
                          <a:sym typeface="Tajawal"/>
                        </a:rPr>
                        <a:t>0.625</a:t>
                      </a:r>
                      <a:endParaRPr sz="1600" dirty="0">
                        <a:solidFill>
                          <a:schemeClr val="dk2"/>
                        </a:solidFill>
                        <a:latin typeface="Tajawal"/>
                        <a:ea typeface="Tajawal"/>
                        <a:cs typeface="Tajawal"/>
                        <a:sym typeface="Tajawal"/>
                      </a:endParaRPr>
                    </a:p>
                  </a:txBody>
                  <a:tcPr marL="91425" marR="91425" marT="91425" marB="91425" anchor="ctr">
                    <a:lnL w="9525" cap="flat" cmpd="sng" algn="ctr">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17975654"/>
                  </a:ext>
                </a:extLst>
              </a:tr>
            </a:tbl>
          </a:graphicData>
        </a:graphic>
      </p:graphicFrame>
      <p:pic>
        <p:nvPicPr>
          <p:cNvPr id="821" name="Google Shape;821;p42">
            <a:hlinkClick r:id="rId3" action="ppaction://hlinksldjump"/>
          </p:cNvPr>
          <p:cNvPicPr preferRelativeResize="0"/>
          <p:nvPr/>
        </p:nvPicPr>
        <p:blipFill rotWithShape="1">
          <a:blip r:embed="rId4">
            <a:alphaModFix/>
          </a:blip>
          <a:srcRect t="465" b="475"/>
          <a:stretch/>
        </p:blipFill>
        <p:spPr>
          <a:xfrm>
            <a:off x="8446575" y="550350"/>
            <a:ext cx="265550" cy="258850"/>
          </a:xfrm>
          <a:prstGeom prst="rect">
            <a:avLst/>
          </a:prstGeom>
          <a:noFill/>
          <a:ln>
            <a:noFill/>
          </a:ln>
        </p:spPr>
      </p:pic>
      <p:pic>
        <p:nvPicPr>
          <p:cNvPr id="822" name="Google Shape;822;p42">
            <a:hlinkClick r:id="rId5" action="ppaction://hlinksldjump"/>
          </p:cNvPr>
          <p:cNvPicPr preferRelativeResize="0"/>
          <p:nvPr/>
        </p:nvPicPr>
        <p:blipFill rotWithShape="1">
          <a:blip r:embed="rId6">
            <a:alphaModFix/>
          </a:blip>
          <a:srcRect t="941" b="941"/>
          <a:stretch/>
        </p:blipFill>
        <p:spPr>
          <a:xfrm>
            <a:off x="237300" y="550513"/>
            <a:ext cx="294878" cy="230099"/>
          </a:xfrm>
          <a:prstGeom prst="rect">
            <a:avLst/>
          </a:prstGeom>
          <a:noFill/>
          <a:ln>
            <a:noFill/>
          </a:ln>
        </p:spPr>
      </p:pic>
      <p:pic>
        <p:nvPicPr>
          <p:cNvPr id="823" name="Google Shape;823;p42">
            <a:hlinkClick r:id="" action="ppaction://hlinkshowjump?jump=previousslide"/>
          </p:cNvPr>
          <p:cNvPicPr preferRelativeResize="0"/>
          <p:nvPr/>
        </p:nvPicPr>
        <p:blipFill>
          <a:blip r:embed="rId7">
            <a:alphaModFix/>
          </a:blip>
          <a:stretch>
            <a:fillRect/>
          </a:stretch>
        </p:blipFill>
        <p:spPr>
          <a:xfrm>
            <a:off x="237301" y="1181549"/>
            <a:ext cx="294875" cy="307964"/>
          </a:xfrm>
          <a:prstGeom prst="rect">
            <a:avLst/>
          </a:prstGeom>
          <a:noFill/>
          <a:ln>
            <a:noFill/>
          </a:ln>
        </p:spPr>
      </p:pic>
      <p:pic>
        <p:nvPicPr>
          <p:cNvPr id="824" name="Google Shape;824;p42">
            <a:hlinkClick r:id="" action="ppaction://hlinkshowjump?jump=nextslide"/>
          </p:cNvPr>
          <p:cNvPicPr preferRelativeResize="0"/>
          <p:nvPr/>
        </p:nvPicPr>
        <p:blipFill>
          <a:blip r:embed="rId7">
            <a:alphaModFix/>
          </a:blip>
          <a:stretch>
            <a:fillRect/>
          </a:stretch>
        </p:blipFill>
        <p:spPr>
          <a:xfrm flipH="1">
            <a:off x="237301" y="3724924"/>
            <a:ext cx="294875" cy="307964"/>
          </a:xfrm>
          <a:prstGeom prst="rect">
            <a:avLst/>
          </a:prstGeom>
          <a:noFill/>
          <a:ln>
            <a:noFill/>
          </a:ln>
        </p:spPr>
      </p:pic>
      <p:pic>
        <p:nvPicPr>
          <p:cNvPr id="825" name="Google Shape;825;p42">
            <a:hlinkClick r:id="" action="ppaction://noaction"/>
          </p:cNvPr>
          <p:cNvPicPr preferRelativeResize="0"/>
          <p:nvPr/>
        </p:nvPicPr>
        <p:blipFill rotWithShape="1">
          <a:blip r:embed="rId8">
            <a:alphaModFix/>
          </a:blip>
          <a:srcRect l="396" r="396"/>
          <a:stretch/>
        </p:blipFill>
        <p:spPr>
          <a:xfrm>
            <a:off x="228050" y="4350525"/>
            <a:ext cx="302603" cy="307950"/>
          </a:xfrm>
          <a:prstGeom prst="rect">
            <a:avLst/>
          </a:prstGeom>
          <a:noFill/>
          <a:ln>
            <a:noFill/>
          </a:ln>
        </p:spPr>
      </p:pic>
      <p:pic>
        <p:nvPicPr>
          <p:cNvPr id="826" name="Google Shape;826;p42">
            <a:hlinkClick r:id="rId3" action="ppaction://hlinksldjump"/>
          </p:cNvPr>
          <p:cNvPicPr preferRelativeResize="0"/>
          <p:nvPr/>
        </p:nvPicPr>
        <p:blipFill rotWithShape="1">
          <a:blip r:embed="rId4">
            <a:alphaModFix/>
          </a:blip>
          <a:srcRect t="465" b="475"/>
          <a:stretch/>
        </p:blipFill>
        <p:spPr>
          <a:xfrm>
            <a:off x="8181025" y="1398589"/>
            <a:ext cx="265550" cy="258850"/>
          </a:xfrm>
          <a:prstGeom prst="rect">
            <a:avLst/>
          </a:prstGeom>
          <a:noFill/>
          <a:ln>
            <a:noFill/>
          </a:ln>
        </p:spPr>
      </p:pic>
      <p:sp>
        <p:nvSpPr>
          <p:cNvPr id="827" name="Google Shape;827;p42">
            <a:hlinkClick r:id="rId9" action="ppaction://hlinksldjump"/>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828" name="Google Shape;828;p42">
            <a:hlinkClick r:id="rId5" action="ppaction://hlinksldjump"/>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829" name="Google Shape;829;p42">
            <a:hlinkClick r:id="rId10" action="ppaction://hlinksldjump"/>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830" name="Google Shape;830;p42">
            <a:hlinkClick r:id="rId11" action="ppaction://hlinksldjump"/>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sp>
        <p:nvSpPr>
          <p:cNvPr id="2" name="TextBox 1">
            <a:extLst>
              <a:ext uri="{FF2B5EF4-FFF2-40B4-BE49-F238E27FC236}">
                <a16:creationId xmlns:a16="http://schemas.microsoft.com/office/drawing/2014/main" id="{41D8800C-EDFC-D7A7-D899-6E15DC652C03}"/>
              </a:ext>
            </a:extLst>
          </p:cNvPr>
          <p:cNvSpPr txBox="1"/>
          <p:nvPr/>
        </p:nvSpPr>
        <p:spPr>
          <a:xfrm>
            <a:off x="8859948" y="0"/>
            <a:ext cx="290464" cy="307777"/>
          </a:xfrm>
          <a:prstGeom prst="rect">
            <a:avLst/>
          </a:prstGeom>
          <a:noFill/>
        </p:spPr>
        <p:txBody>
          <a:bodyPr wrap="none" rtlCol="0">
            <a:spAutoFit/>
          </a:bodyPr>
          <a:lstStyle/>
          <a:p>
            <a:r>
              <a:rPr lang="en-US" dirty="0">
                <a:solidFill>
                  <a:schemeClr val="tx1"/>
                </a:solidFill>
                <a:latin typeface="Raleway Black" pitchFamily="2" charset="0"/>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7"/>
        <p:cNvGrpSpPr/>
        <p:nvPr/>
      </p:nvGrpSpPr>
      <p:grpSpPr>
        <a:xfrm>
          <a:off x="0" y="0"/>
          <a:ext cx="0" cy="0"/>
          <a:chOff x="0" y="0"/>
          <a:chExt cx="0" cy="0"/>
        </a:xfrm>
      </p:grpSpPr>
      <p:grpSp>
        <p:nvGrpSpPr>
          <p:cNvPr id="1248" name="Google Shape;1248;p47"/>
          <p:cNvGrpSpPr/>
          <p:nvPr/>
        </p:nvGrpSpPr>
        <p:grpSpPr>
          <a:xfrm>
            <a:off x="2418350" y="3251300"/>
            <a:ext cx="4950300" cy="1725900"/>
            <a:chOff x="2418350" y="3251300"/>
            <a:chExt cx="4950300" cy="1725900"/>
          </a:xfrm>
        </p:grpSpPr>
        <p:sp>
          <p:nvSpPr>
            <p:cNvPr id="1249" name="Google Shape;1249;p47"/>
            <p:cNvSpPr/>
            <p:nvPr/>
          </p:nvSpPr>
          <p:spPr>
            <a:xfrm>
              <a:off x="2418350" y="3708200"/>
              <a:ext cx="4950300" cy="12690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7"/>
            <p:cNvSpPr/>
            <p:nvPr/>
          </p:nvSpPr>
          <p:spPr>
            <a:xfrm>
              <a:off x="2418350" y="3251300"/>
              <a:ext cx="49503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7"/>
            <p:cNvSpPr/>
            <p:nvPr/>
          </p:nvSpPr>
          <p:spPr>
            <a:xfrm>
              <a:off x="6880425" y="3251300"/>
              <a:ext cx="488100" cy="456900"/>
            </a:xfrm>
            <a:prstGeom prst="rect">
              <a:avLst/>
            </a:prstGeom>
            <a:solidFill>
              <a:schemeClr val="accent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2" name="Google Shape;1252;p47"/>
          <p:cNvSpPr txBox="1">
            <a:spLocks noGrp="1"/>
          </p:cNvSpPr>
          <p:nvPr>
            <p:ph type="title"/>
          </p:nvPr>
        </p:nvSpPr>
        <p:spPr>
          <a:xfrm>
            <a:off x="2570850" y="2366563"/>
            <a:ext cx="4661400" cy="762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CONCLUSION</a:t>
            </a:r>
            <a:endParaRPr/>
          </a:p>
        </p:txBody>
      </p:sp>
      <p:sp>
        <p:nvSpPr>
          <p:cNvPr id="1253" name="Google Shape;1253;p47"/>
          <p:cNvSpPr txBox="1">
            <a:spLocks noGrp="1"/>
          </p:cNvSpPr>
          <p:nvPr>
            <p:ph type="subTitle" idx="1"/>
          </p:nvPr>
        </p:nvSpPr>
        <p:spPr>
          <a:xfrm>
            <a:off x="3159975" y="3992000"/>
            <a:ext cx="3483000" cy="701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What are some further considerations?</a:t>
            </a:r>
            <a:endParaRPr dirty="0"/>
          </a:p>
        </p:txBody>
      </p:sp>
      <p:sp>
        <p:nvSpPr>
          <p:cNvPr id="1254" name="Google Shape;1254;p47"/>
          <p:cNvSpPr txBox="1">
            <a:spLocks noGrp="1"/>
          </p:cNvSpPr>
          <p:nvPr>
            <p:ph type="title" idx="2"/>
          </p:nvPr>
        </p:nvSpPr>
        <p:spPr>
          <a:xfrm>
            <a:off x="4244000" y="1256362"/>
            <a:ext cx="1299000" cy="1065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04.</a:t>
            </a:r>
            <a:endParaRPr/>
          </a:p>
        </p:txBody>
      </p:sp>
      <p:pic>
        <p:nvPicPr>
          <p:cNvPr id="1255" name="Google Shape;1255;p47">
            <a:hlinkClick r:id="rId3" action="ppaction://hlinksldjump"/>
          </p:cNvPr>
          <p:cNvPicPr preferRelativeResize="0"/>
          <p:nvPr/>
        </p:nvPicPr>
        <p:blipFill rotWithShape="1">
          <a:blip r:embed="rId4">
            <a:alphaModFix/>
          </a:blip>
          <a:srcRect t="465" b="475"/>
          <a:stretch/>
        </p:blipFill>
        <p:spPr>
          <a:xfrm>
            <a:off x="7533725" y="496125"/>
            <a:ext cx="265550" cy="258850"/>
          </a:xfrm>
          <a:prstGeom prst="rect">
            <a:avLst/>
          </a:prstGeom>
          <a:noFill/>
          <a:ln>
            <a:noFill/>
          </a:ln>
        </p:spPr>
      </p:pic>
      <p:pic>
        <p:nvPicPr>
          <p:cNvPr id="1256" name="Google Shape;1256;p47">
            <a:hlinkClick r:id="rId5" action="ppaction://hlinksldjump"/>
          </p:cNvPr>
          <p:cNvPicPr preferRelativeResize="0"/>
          <p:nvPr/>
        </p:nvPicPr>
        <p:blipFill rotWithShape="1">
          <a:blip r:embed="rId6">
            <a:alphaModFix/>
          </a:blip>
          <a:srcRect t="941" b="941"/>
          <a:stretch/>
        </p:blipFill>
        <p:spPr>
          <a:xfrm>
            <a:off x="237300" y="550513"/>
            <a:ext cx="294878" cy="230099"/>
          </a:xfrm>
          <a:prstGeom prst="rect">
            <a:avLst/>
          </a:prstGeom>
          <a:noFill/>
          <a:ln>
            <a:noFill/>
          </a:ln>
        </p:spPr>
      </p:pic>
      <p:pic>
        <p:nvPicPr>
          <p:cNvPr id="1257" name="Google Shape;1257;p47">
            <a:hlinkClick r:id="" action="ppaction://hlinkshowjump?jump=previousslide"/>
          </p:cNvPr>
          <p:cNvPicPr preferRelativeResize="0"/>
          <p:nvPr/>
        </p:nvPicPr>
        <p:blipFill>
          <a:blip r:embed="rId7">
            <a:alphaModFix/>
          </a:blip>
          <a:stretch>
            <a:fillRect/>
          </a:stretch>
        </p:blipFill>
        <p:spPr>
          <a:xfrm>
            <a:off x="237301" y="1181549"/>
            <a:ext cx="294875" cy="307964"/>
          </a:xfrm>
          <a:prstGeom prst="rect">
            <a:avLst/>
          </a:prstGeom>
          <a:noFill/>
          <a:ln>
            <a:noFill/>
          </a:ln>
        </p:spPr>
      </p:pic>
      <p:pic>
        <p:nvPicPr>
          <p:cNvPr id="1258" name="Google Shape;1258;p47">
            <a:hlinkClick r:id="" action="ppaction://hlinkshowjump?jump=nextslide"/>
          </p:cNvPr>
          <p:cNvPicPr preferRelativeResize="0"/>
          <p:nvPr/>
        </p:nvPicPr>
        <p:blipFill>
          <a:blip r:embed="rId7">
            <a:alphaModFix/>
          </a:blip>
          <a:stretch>
            <a:fillRect/>
          </a:stretch>
        </p:blipFill>
        <p:spPr>
          <a:xfrm flipH="1">
            <a:off x="237301" y="3724924"/>
            <a:ext cx="294875" cy="307964"/>
          </a:xfrm>
          <a:prstGeom prst="rect">
            <a:avLst/>
          </a:prstGeom>
          <a:noFill/>
          <a:ln>
            <a:noFill/>
          </a:ln>
        </p:spPr>
      </p:pic>
      <p:pic>
        <p:nvPicPr>
          <p:cNvPr id="1259" name="Google Shape;1259;p47">
            <a:hlinkClick r:id="" action="ppaction://noaction"/>
          </p:cNvPr>
          <p:cNvPicPr preferRelativeResize="0"/>
          <p:nvPr/>
        </p:nvPicPr>
        <p:blipFill rotWithShape="1">
          <a:blip r:embed="rId8">
            <a:alphaModFix/>
          </a:blip>
          <a:srcRect l="396" r="396"/>
          <a:stretch/>
        </p:blipFill>
        <p:spPr>
          <a:xfrm>
            <a:off x="228050" y="4350525"/>
            <a:ext cx="302603" cy="307950"/>
          </a:xfrm>
          <a:prstGeom prst="rect">
            <a:avLst/>
          </a:prstGeom>
          <a:noFill/>
          <a:ln>
            <a:noFill/>
          </a:ln>
        </p:spPr>
      </p:pic>
      <p:pic>
        <p:nvPicPr>
          <p:cNvPr id="1260" name="Google Shape;1260;p47">
            <a:hlinkClick r:id="rId3" action="ppaction://hlinksldjump"/>
          </p:cNvPr>
          <p:cNvPicPr preferRelativeResize="0"/>
          <p:nvPr/>
        </p:nvPicPr>
        <p:blipFill rotWithShape="1">
          <a:blip r:embed="rId4">
            <a:alphaModFix/>
          </a:blip>
          <a:srcRect t="465" b="475"/>
          <a:stretch/>
        </p:blipFill>
        <p:spPr>
          <a:xfrm>
            <a:off x="6991700" y="3350325"/>
            <a:ext cx="265550" cy="258850"/>
          </a:xfrm>
          <a:prstGeom prst="rect">
            <a:avLst/>
          </a:prstGeom>
          <a:noFill/>
          <a:ln>
            <a:noFill/>
          </a:ln>
        </p:spPr>
      </p:pic>
      <p:sp>
        <p:nvSpPr>
          <p:cNvPr id="1261" name="Google Shape;1261;p47">
            <a:hlinkClick r:id="rId9" action="ppaction://hlinksldjump"/>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1262" name="Google Shape;1262;p47">
            <a:hlinkClick r:id="rId5" action="ppaction://hlinksldjump"/>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1263" name="Google Shape;1263;p47">
            <a:hlinkClick r:id="rId10" action="ppaction://hlinksldjump"/>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1264" name="Google Shape;1264;p47">
            <a:hlinkClick r:id="rId11" action="ppaction://hlinksldjump"/>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sp>
        <p:nvSpPr>
          <p:cNvPr id="2" name="TextBox 1">
            <a:extLst>
              <a:ext uri="{FF2B5EF4-FFF2-40B4-BE49-F238E27FC236}">
                <a16:creationId xmlns:a16="http://schemas.microsoft.com/office/drawing/2014/main" id="{C7787123-D75A-534F-640A-5665E0EDDDF5}"/>
              </a:ext>
            </a:extLst>
          </p:cNvPr>
          <p:cNvSpPr txBox="1"/>
          <p:nvPr/>
        </p:nvSpPr>
        <p:spPr>
          <a:xfrm>
            <a:off x="8750944" y="0"/>
            <a:ext cx="393056" cy="307777"/>
          </a:xfrm>
          <a:prstGeom prst="rect">
            <a:avLst/>
          </a:prstGeom>
          <a:noFill/>
        </p:spPr>
        <p:txBody>
          <a:bodyPr wrap="none" rtlCol="0">
            <a:spAutoFit/>
          </a:bodyPr>
          <a:lstStyle/>
          <a:p>
            <a:r>
              <a:rPr lang="en-US" dirty="0">
                <a:solidFill>
                  <a:schemeClr val="tx1"/>
                </a:solidFill>
                <a:latin typeface="Raleway Black" pitchFamily="2" charset="0"/>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2">
          <a:extLst>
            <a:ext uri="{FF2B5EF4-FFF2-40B4-BE49-F238E27FC236}">
              <a16:creationId xmlns:a16="http://schemas.microsoft.com/office/drawing/2014/main" id="{B9D0BC62-1ABB-2455-B42D-44A49617B3B7}"/>
            </a:ext>
          </a:extLst>
        </p:cNvPr>
        <p:cNvGrpSpPr/>
        <p:nvPr/>
      </p:nvGrpSpPr>
      <p:grpSpPr>
        <a:xfrm>
          <a:off x="0" y="0"/>
          <a:ext cx="0" cy="0"/>
          <a:chOff x="0" y="0"/>
          <a:chExt cx="0" cy="0"/>
        </a:xfrm>
      </p:grpSpPr>
      <p:sp>
        <p:nvSpPr>
          <p:cNvPr id="493" name="Google Shape;493;p31">
            <a:extLst>
              <a:ext uri="{FF2B5EF4-FFF2-40B4-BE49-F238E27FC236}">
                <a16:creationId xmlns:a16="http://schemas.microsoft.com/office/drawing/2014/main" id="{FE41BB1C-D898-1FC2-8C82-141CA7EFCAFF}"/>
              </a:ext>
            </a:extLst>
          </p:cNvPr>
          <p:cNvSpPr txBox="1">
            <a:spLocks noGrp="1"/>
          </p:cNvSpPr>
          <p:nvPr>
            <p:ph type="title"/>
          </p:nvPr>
        </p:nvSpPr>
        <p:spPr>
          <a:xfrm>
            <a:off x="1114050" y="393425"/>
            <a:ext cx="7103358" cy="572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2000" dirty="0"/>
              <a:t>Conclusion, Limitations, &amp; Further Considerations</a:t>
            </a:r>
            <a:endParaRPr sz="2000" dirty="0"/>
          </a:p>
        </p:txBody>
      </p:sp>
      <p:sp>
        <p:nvSpPr>
          <p:cNvPr id="494" name="Google Shape;494;p31">
            <a:extLst>
              <a:ext uri="{FF2B5EF4-FFF2-40B4-BE49-F238E27FC236}">
                <a16:creationId xmlns:a16="http://schemas.microsoft.com/office/drawing/2014/main" id="{EA0B84FC-2B4F-F3D3-53EB-8B43D7A2CA5A}"/>
              </a:ext>
            </a:extLst>
          </p:cNvPr>
          <p:cNvSpPr txBox="1">
            <a:spLocks noGrp="1"/>
          </p:cNvSpPr>
          <p:nvPr>
            <p:ph type="subTitle" idx="1"/>
          </p:nvPr>
        </p:nvSpPr>
        <p:spPr>
          <a:xfrm>
            <a:off x="1840438" y="1489513"/>
            <a:ext cx="6154200" cy="260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b="1" dirty="0">
                <a:solidFill>
                  <a:srgbClr val="7030A0"/>
                </a:solidFill>
              </a:rPr>
              <a:t>Winning model: </a:t>
            </a:r>
            <a:r>
              <a:rPr lang="en-US" dirty="0">
                <a:solidFill>
                  <a:srgbClr val="7030A0"/>
                </a:solidFill>
              </a:rPr>
              <a:t>Custom Model 2</a:t>
            </a:r>
          </a:p>
          <a:p>
            <a:pPr marL="0" lvl="0" indent="0" algn="l" rtl="0">
              <a:spcBef>
                <a:spcPts val="0"/>
              </a:spcBef>
              <a:spcAft>
                <a:spcPts val="0"/>
              </a:spcAft>
              <a:buNone/>
            </a:pPr>
            <a:endParaRPr lang="en-US" dirty="0">
              <a:solidFill>
                <a:srgbClr val="7030A0"/>
              </a:solidFill>
            </a:endParaRPr>
          </a:p>
          <a:p>
            <a:pPr marL="0" lvl="0" indent="0" algn="l" rtl="0">
              <a:spcBef>
                <a:spcPts val="0"/>
              </a:spcBef>
              <a:spcAft>
                <a:spcPts val="0"/>
              </a:spcAft>
              <a:buNone/>
            </a:pPr>
            <a:r>
              <a:rPr lang="en-US" b="1" dirty="0">
                <a:solidFill>
                  <a:srgbClr val="7030A0"/>
                </a:solidFill>
              </a:rPr>
              <a:t>Why: </a:t>
            </a:r>
            <a:r>
              <a:rPr lang="en-US" dirty="0">
                <a:solidFill>
                  <a:srgbClr val="7030A0"/>
                </a:solidFill>
              </a:rPr>
              <a:t>Most of the model metrics for CM2 were better and the 2 strongest predictors being a survey question (Q4) and the interaction term of gender and jaundice.</a:t>
            </a:r>
          </a:p>
          <a:p>
            <a:pPr marL="0" lvl="0" indent="0" algn="l" rtl="0">
              <a:spcBef>
                <a:spcPts val="0"/>
              </a:spcBef>
              <a:spcAft>
                <a:spcPts val="0"/>
              </a:spcAft>
              <a:buNone/>
            </a:pPr>
            <a:endParaRPr lang="en-US" dirty="0">
              <a:solidFill>
                <a:srgbClr val="7030A0"/>
              </a:solidFill>
            </a:endParaRPr>
          </a:p>
          <a:p>
            <a:pPr marL="0" lvl="0" indent="0" algn="l" rtl="0">
              <a:spcBef>
                <a:spcPts val="0"/>
              </a:spcBef>
              <a:spcAft>
                <a:spcPts val="0"/>
              </a:spcAft>
              <a:buNone/>
            </a:pPr>
            <a:r>
              <a:rPr lang="en-US" b="1" dirty="0">
                <a:solidFill>
                  <a:srgbClr val="7030A0"/>
                </a:solidFill>
              </a:rPr>
              <a:t>Limitations: </a:t>
            </a:r>
            <a:r>
              <a:rPr lang="en-US" dirty="0">
                <a:solidFill>
                  <a:srgbClr val="7030A0"/>
                </a:solidFill>
              </a:rPr>
              <a:t>Small dataset, models don’t have ideal sensitivity/specificity, important variables are “self-reported”, issues with generalizability.</a:t>
            </a:r>
          </a:p>
          <a:p>
            <a:pPr marL="0" lvl="0" indent="0" algn="l" rtl="0">
              <a:spcBef>
                <a:spcPts val="0"/>
              </a:spcBef>
              <a:spcAft>
                <a:spcPts val="0"/>
              </a:spcAft>
              <a:buNone/>
            </a:pPr>
            <a:endParaRPr lang="en-US" b="1" dirty="0">
              <a:solidFill>
                <a:srgbClr val="7030A0"/>
              </a:solidFill>
            </a:endParaRPr>
          </a:p>
          <a:p>
            <a:pPr marL="0" lvl="0" indent="0" algn="l" rtl="0">
              <a:spcBef>
                <a:spcPts val="0"/>
              </a:spcBef>
              <a:spcAft>
                <a:spcPts val="0"/>
              </a:spcAft>
              <a:buNone/>
            </a:pPr>
            <a:r>
              <a:rPr lang="en-US" b="1" dirty="0">
                <a:solidFill>
                  <a:srgbClr val="7030A0"/>
                </a:solidFill>
              </a:rPr>
              <a:t>Suggestions: </a:t>
            </a:r>
            <a:r>
              <a:rPr lang="en-US" dirty="0">
                <a:solidFill>
                  <a:srgbClr val="7030A0"/>
                </a:solidFill>
              </a:rPr>
              <a:t>Bigger datasets, perhaps inclusion of additional surveys and survey data.</a:t>
            </a:r>
          </a:p>
        </p:txBody>
      </p:sp>
      <p:pic>
        <p:nvPicPr>
          <p:cNvPr id="495" name="Google Shape;495;p31">
            <a:hlinkClick r:id="rId3" action="ppaction://hlinksldjump"/>
            <a:extLst>
              <a:ext uri="{FF2B5EF4-FFF2-40B4-BE49-F238E27FC236}">
                <a16:creationId xmlns:a16="http://schemas.microsoft.com/office/drawing/2014/main" id="{DA7D6A04-F3D9-D9B7-4C18-20961B9341D1}"/>
              </a:ext>
            </a:extLst>
          </p:cNvPr>
          <p:cNvPicPr preferRelativeResize="0"/>
          <p:nvPr/>
        </p:nvPicPr>
        <p:blipFill rotWithShape="1">
          <a:blip r:embed="rId4">
            <a:alphaModFix/>
          </a:blip>
          <a:srcRect t="465" b="475"/>
          <a:stretch/>
        </p:blipFill>
        <p:spPr>
          <a:xfrm>
            <a:off x="8446575" y="550350"/>
            <a:ext cx="265550" cy="258850"/>
          </a:xfrm>
          <a:prstGeom prst="rect">
            <a:avLst/>
          </a:prstGeom>
          <a:noFill/>
          <a:ln>
            <a:noFill/>
          </a:ln>
        </p:spPr>
      </p:pic>
      <p:pic>
        <p:nvPicPr>
          <p:cNvPr id="496" name="Google Shape;496;p31">
            <a:hlinkClick r:id="rId5" action="ppaction://hlinksldjump"/>
            <a:extLst>
              <a:ext uri="{FF2B5EF4-FFF2-40B4-BE49-F238E27FC236}">
                <a16:creationId xmlns:a16="http://schemas.microsoft.com/office/drawing/2014/main" id="{58D1CB70-B9DF-7475-6E0A-ED053285C49D}"/>
              </a:ext>
            </a:extLst>
          </p:cNvPr>
          <p:cNvPicPr preferRelativeResize="0"/>
          <p:nvPr/>
        </p:nvPicPr>
        <p:blipFill rotWithShape="1">
          <a:blip r:embed="rId6">
            <a:alphaModFix/>
          </a:blip>
          <a:srcRect t="941" b="941"/>
          <a:stretch/>
        </p:blipFill>
        <p:spPr>
          <a:xfrm>
            <a:off x="237300" y="550513"/>
            <a:ext cx="294878" cy="230099"/>
          </a:xfrm>
          <a:prstGeom prst="rect">
            <a:avLst/>
          </a:prstGeom>
          <a:noFill/>
          <a:ln>
            <a:noFill/>
          </a:ln>
        </p:spPr>
      </p:pic>
      <p:pic>
        <p:nvPicPr>
          <p:cNvPr id="497" name="Google Shape;497;p31">
            <a:hlinkClick r:id="" action="ppaction://hlinkshowjump?jump=previousslide"/>
            <a:extLst>
              <a:ext uri="{FF2B5EF4-FFF2-40B4-BE49-F238E27FC236}">
                <a16:creationId xmlns:a16="http://schemas.microsoft.com/office/drawing/2014/main" id="{868F2CD4-DFFC-0FB8-48AF-08643E58FCEF}"/>
              </a:ext>
            </a:extLst>
          </p:cNvPr>
          <p:cNvPicPr preferRelativeResize="0"/>
          <p:nvPr/>
        </p:nvPicPr>
        <p:blipFill>
          <a:blip r:embed="rId7">
            <a:alphaModFix/>
          </a:blip>
          <a:stretch>
            <a:fillRect/>
          </a:stretch>
        </p:blipFill>
        <p:spPr>
          <a:xfrm>
            <a:off x="237301" y="1181549"/>
            <a:ext cx="294875" cy="307964"/>
          </a:xfrm>
          <a:prstGeom prst="rect">
            <a:avLst/>
          </a:prstGeom>
          <a:noFill/>
          <a:ln>
            <a:noFill/>
          </a:ln>
        </p:spPr>
      </p:pic>
      <p:pic>
        <p:nvPicPr>
          <p:cNvPr id="498" name="Google Shape;498;p31">
            <a:hlinkClick r:id="" action="ppaction://hlinkshowjump?jump=nextslide"/>
            <a:extLst>
              <a:ext uri="{FF2B5EF4-FFF2-40B4-BE49-F238E27FC236}">
                <a16:creationId xmlns:a16="http://schemas.microsoft.com/office/drawing/2014/main" id="{1B1A1D20-B72D-69DD-B748-26B0159DDA5C}"/>
              </a:ext>
            </a:extLst>
          </p:cNvPr>
          <p:cNvPicPr preferRelativeResize="0"/>
          <p:nvPr/>
        </p:nvPicPr>
        <p:blipFill>
          <a:blip r:embed="rId7">
            <a:alphaModFix/>
          </a:blip>
          <a:stretch>
            <a:fillRect/>
          </a:stretch>
        </p:blipFill>
        <p:spPr>
          <a:xfrm flipH="1">
            <a:off x="237301" y="3724924"/>
            <a:ext cx="294875" cy="307964"/>
          </a:xfrm>
          <a:prstGeom prst="rect">
            <a:avLst/>
          </a:prstGeom>
          <a:noFill/>
          <a:ln>
            <a:noFill/>
          </a:ln>
        </p:spPr>
      </p:pic>
      <p:pic>
        <p:nvPicPr>
          <p:cNvPr id="499" name="Google Shape;499;p31">
            <a:hlinkClick r:id="" action="ppaction://noaction"/>
            <a:extLst>
              <a:ext uri="{FF2B5EF4-FFF2-40B4-BE49-F238E27FC236}">
                <a16:creationId xmlns:a16="http://schemas.microsoft.com/office/drawing/2014/main" id="{42A406CE-2F13-F7BB-C633-58934945AFFF}"/>
              </a:ext>
            </a:extLst>
          </p:cNvPr>
          <p:cNvPicPr preferRelativeResize="0"/>
          <p:nvPr/>
        </p:nvPicPr>
        <p:blipFill rotWithShape="1">
          <a:blip r:embed="rId8">
            <a:alphaModFix/>
          </a:blip>
          <a:srcRect l="396" r="396"/>
          <a:stretch/>
        </p:blipFill>
        <p:spPr>
          <a:xfrm>
            <a:off x="228050" y="4350525"/>
            <a:ext cx="302603" cy="307950"/>
          </a:xfrm>
          <a:prstGeom prst="rect">
            <a:avLst/>
          </a:prstGeom>
          <a:noFill/>
          <a:ln>
            <a:noFill/>
          </a:ln>
        </p:spPr>
      </p:pic>
      <p:sp>
        <p:nvSpPr>
          <p:cNvPr id="500" name="Google Shape;500;p31">
            <a:hlinkClick r:id="rId9" action="ppaction://hlinksldjump"/>
            <a:extLst>
              <a:ext uri="{FF2B5EF4-FFF2-40B4-BE49-F238E27FC236}">
                <a16:creationId xmlns:a16="http://schemas.microsoft.com/office/drawing/2014/main" id="{FF5972C8-DF63-55FE-2BAB-0F61CCFD66AB}"/>
              </a:ext>
            </a:extLst>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501" name="Google Shape;501;p31">
            <a:hlinkClick r:id="rId5" action="ppaction://hlinksldjump"/>
            <a:extLst>
              <a:ext uri="{FF2B5EF4-FFF2-40B4-BE49-F238E27FC236}">
                <a16:creationId xmlns:a16="http://schemas.microsoft.com/office/drawing/2014/main" id="{250B40C0-EFE8-F06C-C77E-C9A8441AF43A}"/>
              </a:ext>
            </a:extLst>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502" name="Google Shape;502;p31">
            <a:hlinkClick r:id="rId10" action="ppaction://hlinksldjump"/>
            <a:extLst>
              <a:ext uri="{FF2B5EF4-FFF2-40B4-BE49-F238E27FC236}">
                <a16:creationId xmlns:a16="http://schemas.microsoft.com/office/drawing/2014/main" id="{8F4561E8-D407-4B36-BCD8-E7ABB0BBFD91}"/>
              </a:ext>
            </a:extLst>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503" name="Google Shape;503;p31">
            <a:hlinkClick r:id="rId11" action="ppaction://hlinksldjump"/>
            <a:extLst>
              <a:ext uri="{FF2B5EF4-FFF2-40B4-BE49-F238E27FC236}">
                <a16:creationId xmlns:a16="http://schemas.microsoft.com/office/drawing/2014/main" id="{E9CDA87D-510F-9CFE-515B-DDC102183995}"/>
              </a:ext>
            </a:extLst>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sp>
        <p:nvSpPr>
          <p:cNvPr id="2" name="TextBox 1">
            <a:extLst>
              <a:ext uri="{FF2B5EF4-FFF2-40B4-BE49-F238E27FC236}">
                <a16:creationId xmlns:a16="http://schemas.microsoft.com/office/drawing/2014/main" id="{332281A3-BA7D-7D2A-87B3-60BD3A244EF2}"/>
              </a:ext>
            </a:extLst>
          </p:cNvPr>
          <p:cNvSpPr txBox="1"/>
          <p:nvPr/>
        </p:nvSpPr>
        <p:spPr>
          <a:xfrm>
            <a:off x="8763768" y="0"/>
            <a:ext cx="380232" cy="307777"/>
          </a:xfrm>
          <a:prstGeom prst="rect">
            <a:avLst/>
          </a:prstGeom>
          <a:noFill/>
        </p:spPr>
        <p:txBody>
          <a:bodyPr wrap="none" rtlCol="0">
            <a:spAutoFit/>
          </a:bodyPr>
          <a:lstStyle/>
          <a:p>
            <a:r>
              <a:rPr lang="en-US" dirty="0">
                <a:solidFill>
                  <a:schemeClr val="tx1"/>
                </a:solidFill>
                <a:latin typeface="Raleway Black" pitchFamily="2" charset="0"/>
              </a:rPr>
              <a:t>11</a:t>
            </a:r>
          </a:p>
        </p:txBody>
      </p:sp>
    </p:spTree>
    <p:extLst>
      <p:ext uri="{BB962C8B-B14F-4D97-AF65-F5344CB8AC3E}">
        <p14:creationId xmlns:p14="http://schemas.microsoft.com/office/powerpoint/2010/main" val="2706151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p55"/>
          <p:cNvSpPr txBox="1">
            <a:spLocks noGrp="1"/>
          </p:cNvSpPr>
          <p:nvPr>
            <p:ph type="ctrTitle"/>
          </p:nvPr>
        </p:nvSpPr>
        <p:spPr>
          <a:xfrm>
            <a:off x="2057725" y="1925426"/>
            <a:ext cx="5845800" cy="871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THANKS!</a:t>
            </a:r>
            <a:endParaRPr dirty="0"/>
          </a:p>
        </p:txBody>
      </p:sp>
      <p:sp>
        <p:nvSpPr>
          <p:cNvPr id="1458" name="Google Shape;1458;p55"/>
          <p:cNvSpPr txBox="1">
            <a:spLocks noGrp="1"/>
          </p:cNvSpPr>
          <p:nvPr>
            <p:ph type="subTitle" idx="1"/>
          </p:nvPr>
        </p:nvSpPr>
        <p:spPr>
          <a:xfrm>
            <a:off x="3381625" y="2738713"/>
            <a:ext cx="3174900" cy="3129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Do you have any questions?</a:t>
            </a:r>
            <a:endParaRPr dirty="0"/>
          </a:p>
        </p:txBody>
      </p:sp>
      <p:pic>
        <p:nvPicPr>
          <p:cNvPr id="1460" name="Google Shape;1460;p55">
            <a:hlinkClick r:id="rId3" action="ppaction://hlinksldjump"/>
          </p:cNvPr>
          <p:cNvPicPr preferRelativeResize="0"/>
          <p:nvPr/>
        </p:nvPicPr>
        <p:blipFill rotWithShape="1">
          <a:blip r:embed="rId4">
            <a:alphaModFix/>
          </a:blip>
          <a:srcRect t="941" b="941"/>
          <a:stretch/>
        </p:blipFill>
        <p:spPr>
          <a:xfrm>
            <a:off x="237300" y="550513"/>
            <a:ext cx="294878" cy="230099"/>
          </a:xfrm>
          <a:prstGeom prst="rect">
            <a:avLst/>
          </a:prstGeom>
          <a:noFill/>
          <a:ln>
            <a:noFill/>
          </a:ln>
        </p:spPr>
      </p:pic>
      <p:pic>
        <p:nvPicPr>
          <p:cNvPr id="1461" name="Google Shape;1461;p55">
            <a:hlinkClick r:id="" action="ppaction://hlinkshowjump?jump=previousslide"/>
          </p:cNvPr>
          <p:cNvPicPr preferRelativeResize="0"/>
          <p:nvPr/>
        </p:nvPicPr>
        <p:blipFill>
          <a:blip r:embed="rId5">
            <a:alphaModFix/>
          </a:blip>
          <a:stretch>
            <a:fillRect/>
          </a:stretch>
        </p:blipFill>
        <p:spPr>
          <a:xfrm>
            <a:off x="237301" y="1181549"/>
            <a:ext cx="294875" cy="307964"/>
          </a:xfrm>
          <a:prstGeom prst="rect">
            <a:avLst/>
          </a:prstGeom>
          <a:noFill/>
          <a:ln>
            <a:noFill/>
          </a:ln>
        </p:spPr>
      </p:pic>
      <p:pic>
        <p:nvPicPr>
          <p:cNvPr id="1462" name="Google Shape;1462;p55">
            <a:hlinkClick r:id="" action="ppaction://hlinkshowjump?jump=nextslide"/>
          </p:cNvPr>
          <p:cNvPicPr preferRelativeResize="0"/>
          <p:nvPr/>
        </p:nvPicPr>
        <p:blipFill>
          <a:blip r:embed="rId5">
            <a:alphaModFix/>
          </a:blip>
          <a:stretch>
            <a:fillRect/>
          </a:stretch>
        </p:blipFill>
        <p:spPr>
          <a:xfrm flipH="1">
            <a:off x="237301" y="3724924"/>
            <a:ext cx="294875" cy="307964"/>
          </a:xfrm>
          <a:prstGeom prst="rect">
            <a:avLst/>
          </a:prstGeom>
          <a:noFill/>
          <a:ln>
            <a:noFill/>
          </a:ln>
        </p:spPr>
      </p:pic>
      <p:pic>
        <p:nvPicPr>
          <p:cNvPr id="1463" name="Google Shape;1463;p55">
            <a:hlinkClick r:id="" action="ppaction://noaction"/>
          </p:cNvPr>
          <p:cNvPicPr preferRelativeResize="0"/>
          <p:nvPr/>
        </p:nvPicPr>
        <p:blipFill rotWithShape="1">
          <a:blip r:embed="rId6">
            <a:alphaModFix/>
          </a:blip>
          <a:srcRect l="396" r="396"/>
          <a:stretch/>
        </p:blipFill>
        <p:spPr>
          <a:xfrm>
            <a:off x="228050" y="4350525"/>
            <a:ext cx="302603" cy="307950"/>
          </a:xfrm>
          <a:prstGeom prst="rect">
            <a:avLst/>
          </a:prstGeom>
          <a:noFill/>
          <a:ln>
            <a:noFill/>
          </a:ln>
        </p:spPr>
      </p:pic>
      <p:pic>
        <p:nvPicPr>
          <p:cNvPr id="1464" name="Google Shape;1464;p55">
            <a:hlinkClick r:id="rId7" action="ppaction://hlinksldjump"/>
          </p:cNvPr>
          <p:cNvPicPr preferRelativeResize="0"/>
          <p:nvPr/>
        </p:nvPicPr>
        <p:blipFill rotWithShape="1">
          <a:blip r:embed="rId8">
            <a:alphaModFix/>
          </a:blip>
          <a:srcRect t="465" b="475"/>
          <a:stretch/>
        </p:blipFill>
        <p:spPr>
          <a:xfrm>
            <a:off x="7903525" y="639025"/>
            <a:ext cx="265550" cy="258850"/>
          </a:xfrm>
          <a:prstGeom prst="rect">
            <a:avLst/>
          </a:prstGeom>
          <a:noFill/>
          <a:ln>
            <a:noFill/>
          </a:ln>
        </p:spPr>
      </p:pic>
      <p:sp>
        <p:nvSpPr>
          <p:cNvPr id="1483" name="Google Shape;1483;p55">
            <a:hlinkClick r:id="rId9" action="ppaction://hlinksldjump"/>
          </p:cNvPr>
          <p:cNvSpPr/>
          <p:nvPr/>
        </p:nvSpPr>
        <p:spPr>
          <a:xfrm>
            <a:off x="125400" y="17143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01</a:t>
            </a:r>
            <a:endParaRPr sz="1800" b="1">
              <a:solidFill>
                <a:schemeClr val="dk1"/>
              </a:solidFill>
              <a:latin typeface="Raleway"/>
              <a:ea typeface="Raleway"/>
              <a:cs typeface="Raleway"/>
              <a:sym typeface="Raleway"/>
            </a:endParaRPr>
          </a:p>
        </p:txBody>
      </p:sp>
      <p:sp>
        <p:nvSpPr>
          <p:cNvPr id="1484" name="Google Shape;1484;p55">
            <a:hlinkClick r:id="rId3" action="ppaction://hlinksldjump"/>
          </p:cNvPr>
          <p:cNvSpPr/>
          <p:nvPr/>
        </p:nvSpPr>
        <p:spPr>
          <a:xfrm>
            <a:off x="125400" y="222616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02</a:t>
            </a:r>
            <a:endParaRPr sz="1800" b="1">
              <a:solidFill>
                <a:schemeClr val="dk1"/>
              </a:solidFill>
              <a:latin typeface="Raleway"/>
              <a:ea typeface="Raleway"/>
              <a:cs typeface="Raleway"/>
              <a:sym typeface="Raleway"/>
            </a:endParaRPr>
          </a:p>
        </p:txBody>
      </p:sp>
      <p:sp>
        <p:nvSpPr>
          <p:cNvPr id="1485" name="Google Shape;1485;p55">
            <a:hlinkClick r:id="rId10" action="ppaction://hlinksldjump"/>
          </p:cNvPr>
          <p:cNvSpPr/>
          <p:nvPr/>
        </p:nvSpPr>
        <p:spPr>
          <a:xfrm>
            <a:off x="125400" y="2738713"/>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03</a:t>
            </a:r>
            <a:endParaRPr sz="1800" b="1">
              <a:solidFill>
                <a:schemeClr val="dk1"/>
              </a:solidFill>
              <a:latin typeface="Raleway"/>
              <a:ea typeface="Raleway"/>
              <a:cs typeface="Raleway"/>
              <a:sym typeface="Raleway"/>
            </a:endParaRPr>
          </a:p>
        </p:txBody>
      </p:sp>
      <p:sp>
        <p:nvSpPr>
          <p:cNvPr id="1486" name="Google Shape;1486;p55">
            <a:hlinkClick r:id="rId11" action="ppaction://hlinksldjump"/>
          </p:cNvPr>
          <p:cNvSpPr/>
          <p:nvPr/>
        </p:nvSpPr>
        <p:spPr>
          <a:xfrm>
            <a:off x="125400" y="3251288"/>
            <a:ext cx="507900" cy="230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1"/>
                </a:solidFill>
                <a:latin typeface="Raleway"/>
                <a:ea typeface="Raleway"/>
                <a:cs typeface="Raleway"/>
                <a:sym typeface="Raleway"/>
              </a:rPr>
              <a:t>04</a:t>
            </a:r>
            <a:endParaRPr sz="1800" b="1">
              <a:solidFill>
                <a:schemeClr val="dk1"/>
              </a:solidFill>
              <a:latin typeface="Raleway"/>
              <a:ea typeface="Raleway"/>
              <a:cs typeface="Raleway"/>
              <a:sym typeface="Raleway"/>
            </a:endParaRPr>
          </a:p>
        </p:txBody>
      </p:sp>
      <p:sp>
        <p:nvSpPr>
          <p:cNvPr id="2" name="TextBox 1">
            <a:extLst>
              <a:ext uri="{FF2B5EF4-FFF2-40B4-BE49-F238E27FC236}">
                <a16:creationId xmlns:a16="http://schemas.microsoft.com/office/drawing/2014/main" id="{167BC96B-2D15-3AF3-BAF5-1DBFDA61EA2D}"/>
              </a:ext>
            </a:extLst>
          </p:cNvPr>
          <p:cNvSpPr txBox="1"/>
          <p:nvPr/>
        </p:nvSpPr>
        <p:spPr>
          <a:xfrm>
            <a:off x="8754150" y="0"/>
            <a:ext cx="389850" cy="307777"/>
          </a:xfrm>
          <a:prstGeom prst="rect">
            <a:avLst/>
          </a:prstGeom>
          <a:noFill/>
        </p:spPr>
        <p:txBody>
          <a:bodyPr wrap="none" rtlCol="0">
            <a:spAutoFit/>
          </a:bodyPr>
          <a:lstStyle/>
          <a:p>
            <a:r>
              <a:rPr lang="en-US" dirty="0">
                <a:solidFill>
                  <a:schemeClr val="tx1"/>
                </a:solidFill>
                <a:latin typeface="Raleway Black" pitchFamily="2" charset="0"/>
              </a:rPr>
              <a:t>12</a:t>
            </a:r>
          </a:p>
        </p:txBody>
      </p:sp>
    </p:spTree>
  </p:cSld>
  <p:clrMapOvr>
    <a:masterClrMapping/>
  </p:clrMapOvr>
</p:sld>
</file>

<file path=ppt/theme/theme1.xml><?xml version="1.0" encoding="utf-8"?>
<a:theme xmlns:a="http://schemas.openxmlformats.org/drawingml/2006/main" name="Cute Lovely Interface by Slidesgo">
  <a:themeElements>
    <a:clrScheme name="Simple Light">
      <a:dk1>
        <a:srgbClr val="7376EC"/>
      </a:dk1>
      <a:lt1>
        <a:srgbClr val="CBCDF7"/>
      </a:lt1>
      <a:dk2>
        <a:srgbClr val="595959"/>
      </a:dk2>
      <a:lt2>
        <a:srgbClr val="FFFFFF"/>
      </a:lt2>
      <a:accent1>
        <a:srgbClr val="FFCCC2"/>
      </a:accent1>
      <a:accent2>
        <a:srgbClr val="7376EC"/>
      </a:accent2>
      <a:accent3>
        <a:srgbClr val="FFFFFF"/>
      </a:accent3>
      <a:accent4>
        <a:srgbClr val="FFCCC2"/>
      </a:accent4>
      <a:accent5>
        <a:srgbClr val="7376EC"/>
      </a:accent5>
      <a:accent6>
        <a:srgbClr val="FFFFFF"/>
      </a:accent6>
      <a:hlink>
        <a:srgbClr val="7376E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f450f2e-334f-4bad-a85c-9adf76051d8b}" enabled="0" method="" siteId="{0f450f2e-334f-4bad-a85c-9adf76051d8b}" removed="1"/>
</clbl:labelList>
</file>

<file path=docProps/app.xml><?xml version="1.0" encoding="utf-8"?>
<Properties xmlns="http://schemas.openxmlformats.org/officeDocument/2006/extended-properties" xmlns:vt="http://schemas.openxmlformats.org/officeDocument/2006/docPropsVTypes">
  <TotalTime>2749</TotalTime>
  <Words>2101</Words>
  <Application>Microsoft Office PowerPoint</Application>
  <PresentationFormat>On-screen Show (16:9)</PresentationFormat>
  <Paragraphs>176</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Raleway</vt:lpstr>
      <vt:lpstr>Bebas Neue</vt:lpstr>
      <vt:lpstr>LatoWeb</vt:lpstr>
      <vt:lpstr>Raleway Black</vt:lpstr>
      <vt:lpstr>Tajawal</vt:lpstr>
      <vt:lpstr>Raleway ExtraBold</vt:lpstr>
      <vt:lpstr>Arial</vt:lpstr>
      <vt:lpstr>Cute Lovely Interface by Slidesgo</vt:lpstr>
      <vt:lpstr>Predicting Adult Autism Screening Outcomes Using Logistic Regression</vt:lpstr>
      <vt:lpstr>INTRODUCTION</vt:lpstr>
      <vt:lpstr>Why This Matters (Background + Context)</vt:lpstr>
      <vt:lpstr>How Does the AQ-10 Work?</vt:lpstr>
      <vt:lpstr>MODELING APPROACH</vt:lpstr>
      <vt:lpstr>What’s the Dataset</vt:lpstr>
      <vt:lpstr>PowerPoint Presentation</vt:lpstr>
      <vt:lpstr>MODEL RESULTS</vt:lpstr>
      <vt:lpstr>Model Metrics</vt:lpstr>
      <vt:lpstr>CONCLUSION</vt:lpstr>
      <vt:lpstr>Conclusion, Limitations, &amp; Further Considerations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Adult Autism Screening Outcomes Using Logistic Regression</dc:title>
  <cp:lastModifiedBy>Baldwin, Jamie</cp:lastModifiedBy>
  <cp:revision>2</cp:revision>
  <dcterms:modified xsi:type="dcterms:W3CDTF">2025-05-13T20:36:55Z</dcterms:modified>
</cp:coreProperties>
</file>